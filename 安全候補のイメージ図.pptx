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464073-E00F-4BA7-BDB2-68D4690918B9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7491-15F0-4796-97A0-F71AF8182E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678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67491-15F0-4796-97A0-F71AF8182E6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0218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E1F976-85A4-DA97-5F09-8FECC88FD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EBE5628-4D91-26B7-EC29-B27611E04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CDAAAB-1863-9E9C-5966-B3D494827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5D7D-15F2-40C3-9E34-4BA84E3A719F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23423-2162-4930-BB9A-EE88FC1D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696AD7-A8C4-6380-A3CB-5192F58B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636-FCC8-42E3-9029-EB41532F86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3894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DD782D-F34D-122C-2917-B3094286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EAFFB5-F56C-676E-102E-77721B891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821907-3D56-CCB1-7059-16E9770D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5D7D-15F2-40C3-9E34-4BA84E3A719F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2F7039-0070-A9B3-26B8-7D4E83EF2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72D770-9E31-82DC-12F4-66765247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636-FCC8-42E3-9029-EB41532F86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31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12CC13-89FB-A52E-DCB0-7EA9849D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426C69-1780-1CE3-A55A-9D8EC4EC4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6B8EB0-151D-5B0B-3975-DCAE4FDF8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5D7D-15F2-40C3-9E34-4BA84E3A719F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793213-BB73-88ED-72D5-2D055DCD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5765C0-4B8A-8F05-E682-19C95966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636-FCC8-42E3-9029-EB41532F86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81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2E65E1-A372-6FFB-910E-EB99E8372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4286A4-1B5D-3FB7-E0F8-6FFDD00AC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1E8DCF-51A4-2419-0F33-A50B5FDB2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AD8551-1E51-7E94-F363-896876C7A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5D7D-15F2-40C3-9E34-4BA84E3A719F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FC879E-2FA2-2BD3-D2D1-5B94ED83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897CB8-713F-1CD2-0DF8-EA9DD241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636-FCC8-42E3-9029-EB41532F86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8417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C4B6DF-9E2A-ADFD-BA25-2F97F5471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6E80C1-50EE-CA42-5427-22EAC6CB7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31EAA7-F9C0-A6B0-89DB-092F2AA64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BAB7413-04B2-A733-D45A-CEAB14938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86B75A9-E5B5-8732-FB0C-605729E38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C46E04-C0A8-74A7-CA1B-BC600E65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5D7D-15F2-40C3-9E34-4BA84E3A719F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177D4C0-00EB-0283-0487-F0E263F7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F957F4F-6114-3B6B-2342-E57095768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636-FCC8-42E3-9029-EB41532F86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864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815486-574C-E5CF-9931-FBE1684C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19F518B-5115-9F99-8D3E-C20064BE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5D7D-15F2-40C3-9E34-4BA84E3A719F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A095488-53F7-ED67-20D3-4F98CC87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A220EFB-2E1C-F60C-C778-D252CD883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636-FCC8-42E3-9029-EB41532F86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000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FAA1F2D-0832-BC8B-357F-1D15E81B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5D7D-15F2-40C3-9E34-4BA84E3A719F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8E0E33-58B2-FE31-42B6-4E0C144E9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1B607B-EE14-9E96-B783-7F152708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636-FCC8-42E3-9029-EB41532F86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119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F8B6AF-BE3E-CAF9-E65A-87BDC2F7C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D40A38-B316-3901-2646-A9F895B91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FB061A-09F0-EA06-6D82-145ADF606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5CD3A2-B153-6A0E-4B81-6D17010B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5D7D-15F2-40C3-9E34-4BA84E3A719F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9020BD-068E-52B1-E5A8-DBCE2BF5E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56F20A-2EC1-FF5B-14F0-4F2ADDA2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636-FCC8-42E3-9029-EB41532F86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870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78AC07-52F1-7C9D-8B27-6B780782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24F5A6E-74C5-27B9-4A74-C4159ADBEA7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697EAE-5C89-D638-8C97-69D0B0764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4D8895-8E1E-E17B-C5BF-E3B958C9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5D7D-15F2-40C3-9E34-4BA84E3A719F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AE5F78-0831-3F49-9E02-1A93B2E09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010911-DF39-7237-01CE-DA9EC025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636-FCC8-42E3-9029-EB41532F86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737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5FC6E5-29C6-1064-262E-3F6F6C96B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5A47C9-A311-F6C2-3BB9-B51B6FCCA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9951C5-28CA-89AC-34DC-F4DF14759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5D7D-15F2-40C3-9E34-4BA84E3A719F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464148-3D7F-318F-A659-10E75113A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3A0B13-319F-68BB-57FB-AC304BD1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636-FCC8-42E3-9029-EB41532F86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270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8EEE28F-234C-5EA5-94EC-B26595961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0F627B-8E72-FF13-709F-204A10306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25EEDA-3E47-5045-9011-1C8A8970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5D7D-15F2-40C3-9E34-4BA84E3A719F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62CE90-3E28-5801-E615-2493B0BF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5575D0-50D6-B2FA-FD40-F1AB031B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41636-FCC8-42E3-9029-EB41532F86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17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872E7BC-015C-60D6-D390-4A3DAB481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5CE66F-A2D8-99E3-DDA1-122C315D0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543108-3D2B-17CF-79A1-990CC89F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75D7D-15F2-40C3-9E34-4BA84E3A719F}" type="datetimeFigureOut">
              <a:rPr kumimoji="1" lang="ja-JP" altLang="en-US" smtClean="0"/>
              <a:t>2026/10/18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21AD89-13FA-8DFD-B5DC-E24E22DC4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25DF91-2690-F2DC-8FCB-05A3A3CB3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E41636-FCC8-42E3-9029-EB41532F86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685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6573E26-FFEF-1787-2DE3-0DA11EAB0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605" y="565887"/>
            <a:ext cx="4631459" cy="224039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2A844A7-ADBC-37E5-1293-596979B91D7F}"/>
              </a:ext>
            </a:extLst>
          </p:cNvPr>
          <p:cNvSpPr txBox="1"/>
          <p:nvPr/>
        </p:nvSpPr>
        <p:spPr>
          <a:xfrm>
            <a:off x="3435927" y="196555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車間距離が短くて衝突する図を記載。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1D62EB5-83D0-0B29-CF9C-AAFF9AC4F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69" y="4051723"/>
            <a:ext cx="4631459" cy="224039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E2D0596-AD60-83FF-8D7D-5B36B5480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533" y="4051723"/>
            <a:ext cx="4631459" cy="2240391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925EF00-500F-1319-C766-B50746E87220}"/>
              </a:ext>
            </a:extLst>
          </p:cNvPr>
          <p:cNvSpPr txBox="1"/>
          <p:nvPr/>
        </p:nvSpPr>
        <p:spPr>
          <a:xfrm>
            <a:off x="267855" y="3360276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①減速して合流</a:t>
            </a:r>
            <a:endParaRPr lang="en-US" altLang="ja-JP" dirty="0"/>
          </a:p>
          <a:p>
            <a:r>
              <a:rPr kumimoji="1" lang="ja-JP" altLang="en-US" dirty="0"/>
              <a:t>　安全性は高いが、</a:t>
            </a:r>
            <a:r>
              <a:rPr lang="ja-JP" altLang="en-US" dirty="0"/>
              <a:t>合流までの時間が長い可能性あり</a:t>
            </a:r>
            <a:endParaRPr kumimoji="1" lang="ja-JP" altLang="en-US" dirty="0"/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F9A3F279-AEDC-BA78-0C1E-D9A42433B419}"/>
              </a:ext>
            </a:extLst>
          </p:cNvPr>
          <p:cNvSpPr/>
          <p:nvPr/>
        </p:nvSpPr>
        <p:spPr>
          <a:xfrm flipV="1">
            <a:off x="5157824" y="3017284"/>
            <a:ext cx="734975" cy="316653"/>
          </a:xfrm>
          <a:prstGeom prst="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48AE808-6908-3741-342E-F6446B2BC519}"/>
              </a:ext>
            </a:extLst>
          </p:cNvPr>
          <p:cNvSpPr txBox="1"/>
          <p:nvPr/>
        </p:nvSpPr>
        <p:spPr>
          <a:xfrm>
            <a:off x="6067416" y="299094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安全な候補経路を複数作成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14B290B-B81D-E0F1-8099-8B9CCD2F25FA}"/>
              </a:ext>
            </a:extLst>
          </p:cNvPr>
          <p:cNvSpPr txBox="1"/>
          <p:nvPr/>
        </p:nvSpPr>
        <p:spPr>
          <a:xfrm>
            <a:off x="6391565" y="3429000"/>
            <a:ext cx="7058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②加速して合流</a:t>
            </a:r>
            <a:endParaRPr lang="en-US" altLang="ja-JP" dirty="0"/>
          </a:p>
          <a:p>
            <a:r>
              <a:rPr kumimoji="1" lang="ja-JP" altLang="en-US" dirty="0"/>
              <a:t>　迅速に合流が可能だが、他車</a:t>
            </a:r>
            <a:r>
              <a:rPr lang="ja-JP" altLang="en-US" dirty="0"/>
              <a:t>の動き</a:t>
            </a:r>
            <a:r>
              <a:rPr lang="en-US" altLang="ja-JP" dirty="0"/>
              <a:t>(</a:t>
            </a:r>
            <a:r>
              <a:rPr lang="ja-JP" altLang="en-US" dirty="0"/>
              <a:t>減速等</a:t>
            </a:r>
            <a:r>
              <a:rPr lang="en-US" altLang="ja-JP" dirty="0"/>
              <a:t>)</a:t>
            </a:r>
            <a:r>
              <a:rPr lang="ja-JP" altLang="en-US" dirty="0"/>
              <a:t>を考慮する必要あり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FE983D0-8176-BB80-A902-95574466BD18}"/>
              </a:ext>
            </a:extLst>
          </p:cNvPr>
          <p:cNvSpPr txBox="1"/>
          <p:nvPr/>
        </p:nvSpPr>
        <p:spPr>
          <a:xfrm>
            <a:off x="1530066" y="6476779"/>
            <a:ext cx="872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dirty="0"/>
              <a:t>外部安全ガード</a:t>
            </a:r>
            <a:r>
              <a:rPr lang="ja-JP" altLang="ja-JP" dirty="0"/>
              <a:t>が安全</a:t>
            </a:r>
            <a:r>
              <a:rPr lang="ja-JP" altLang="en-US" dirty="0"/>
              <a:t>な候補経路</a:t>
            </a:r>
            <a:r>
              <a:rPr lang="ja-JP" altLang="ja-JP" dirty="0"/>
              <a:t>を複数生成し</a:t>
            </a:r>
            <a:r>
              <a:rPr lang="ja-JP" altLang="en-US" dirty="0"/>
              <a:t>、</a:t>
            </a:r>
            <a:r>
              <a:rPr lang="ja-JP" altLang="ja-JP" dirty="0"/>
              <a:t>経路選択手法で</a:t>
            </a:r>
            <a:r>
              <a:rPr lang="ja-JP" altLang="en-US" dirty="0"/>
              <a:t>自然な経路</a:t>
            </a:r>
            <a:r>
              <a:rPr lang="ja-JP" altLang="ja-JP" dirty="0"/>
              <a:t>を選択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5113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1237</TotalTime>
  <Words>82</Words>
  <Application>Microsoft Office PowerPoint</Application>
  <PresentationFormat>ワイド画面</PresentationFormat>
  <Paragraphs>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健太 松村</dc:creator>
  <cp:lastModifiedBy>健太 松村</cp:lastModifiedBy>
  <cp:revision>1</cp:revision>
  <dcterms:created xsi:type="dcterms:W3CDTF">2026-10-17T10:31:54Z</dcterms:created>
  <dcterms:modified xsi:type="dcterms:W3CDTF">2026-10-18T20:56:31Z</dcterms:modified>
</cp:coreProperties>
</file>