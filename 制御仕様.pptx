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312" r:id="rId2"/>
    <p:sldId id="313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67FF75"/>
    <a:srgbClr val="FF6699"/>
    <a:srgbClr val="0000FF"/>
    <a:srgbClr val="FFD1E8"/>
    <a:srgbClr val="FFCCFF"/>
    <a:srgbClr val="FF99CC"/>
    <a:srgbClr val="E4EEF8"/>
    <a:srgbClr val="FFFAEB"/>
    <a:srgbClr val="45A5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57B901-542A-4381-88C0-D52D84940BF4}" v="35" dt="2026-09-23T21:59:19.8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淡色スタイル 2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39" autoAdjust="0"/>
    <p:restoredTop sz="96159" autoAdjust="0"/>
  </p:normalViewPr>
  <p:slideViewPr>
    <p:cSldViewPr snapToGrid="0">
      <p:cViewPr>
        <p:scale>
          <a:sx n="100" d="100"/>
          <a:sy n="100" d="100"/>
        </p:scale>
        <p:origin x="1134" y="3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健太 松村" userId="c812362b9a4b073c" providerId="LiveId" clId="{73E10E30-8CF7-48EF-BC2C-BB8FA5E4EF9D}"/>
    <pc:docChg chg="undo custSel addSld delSld modSld delSection modSection">
      <pc:chgData name="健太 松村" userId="c812362b9a4b073c" providerId="LiveId" clId="{73E10E30-8CF7-48EF-BC2C-BB8FA5E4EF9D}" dt="2026-09-23T22:00:48.910" v="3222" actId="1076"/>
      <pc:docMkLst>
        <pc:docMk/>
      </pc:docMkLst>
      <pc:sldChg chg="del">
        <pc:chgData name="健太 松村" userId="c812362b9a4b073c" providerId="LiveId" clId="{73E10E30-8CF7-48EF-BC2C-BB8FA5E4EF9D}" dt="2026-09-23T20:55:27.793" v="0" actId="2696"/>
        <pc:sldMkLst>
          <pc:docMk/>
          <pc:sldMk cId="4135292035" sldId="256"/>
        </pc:sldMkLst>
      </pc:sldChg>
      <pc:sldChg chg="del">
        <pc:chgData name="健太 松村" userId="c812362b9a4b073c" providerId="LiveId" clId="{73E10E30-8CF7-48EF-BC2C-BB8FA5E4EF9D}" dt="2026-09-23T20:55:27.793" v="0" actId="2696"/>
        <pc:sldMkLst>
          <pc:docMk/>
          <pc:sldMk cId="396409766" sldId="267"/>
        </pc:sldMkLst>
      </pc:sldChg>
      <pc:sldChg chg="del">
        <pc:chgData name="健太 松村" userId="c812362b9a4b073c" providerId="LiveId" clId="{73E10E30-8CF7-48EF-BC2C-BB8FA5E4EF9D}" dt="2026-09-23T20:55:27.793" v="0" actId="2696"/>
        <pc:sldMkLst>
          <pc:docMk/>
          <pc:sldMk cId="1899466907" sldId="268"/>
        </pc:sldMkLst>
      </pc:sldChg>
      <pc:sldChg chg="del">
        <pc:chgData name="健太 松村" userId="c812362b9a4b073c" providerId="LiveId" clId="{73E10E30-8CF7-48EF-BC2C-BB8FA5E4EF9D}" dt="2026-09-23T20:55:27.793" v="0" actId="2696"/>
        <pc:sldMkLst>
          <pc:docMk/>
          <pc:sldMk cId="2457769689" sldId="280"/>
        </pc:sldMkLst>
      </pc:sldChg>
      <pc:sldChg chg="del">
        <pc:chgData name="健太 松村" userId="c812362b9a4b073c" providerId="LiveId" clId="{73E10E30-8CF7-48EF-BC2C-BB8FA5E4EF9D}" dt="2026-09-23T20:55:27.793" v="0" actId="2696"/>
        <pc:sldMkLst>
          <pc:docMk/>
          <pc:sldMk cId="2227859836" sldId="281"/>
        </pc:sldMkLst>
      </pc:sldChg>
      <pc:sldChg chg="del">
        <pc:chgData name="健太 松村" userId="c812362b9a4b073c" providerId="LiveId" clId="{73E10E30-8CF7-48EF-BC2C-BB8FA5E4EF9D}" dt="2026-09-23T20:55:27.793" v="0" actId="2696"/>
        <pc:sldMkLst>
          <pc:docMk/>
          <pc:sldMk cId="2460419315" sldId="283"/>
        </pc:sldMkLst>
      </pc:sldChg>
      <pc:sldChg chg="del">
        <pc:chgData name="健太 松村" userId="c812362b9a4b073c" providerId="LiveId" clId="{73E10E30-8CF7-48EF-BC2C-BB8FA5E4EF9D}" dt="2026-09-23T20:55:27.793" v="0" actId="2696"/>
        <pc:sldMkLst>
          <pc:docMk/>
          <pc:sldMk cId="3818823954" sldId="286"/>
        </pc:sldMkLst>
      </pc:sldChg>
      <pc:sldChg chg="del">
        <pc:chgData name="健太 松村" userId="c812362b9a4b073c" providerId="LiveId" clId="{73E10E30-8CF7-48EF-BC2C-BB8FA5E4EF9D}" dt="2026-09-23T20:55:27.793" v="0" actId="2696"/>
        <pc:sldMkLst>
          <pc:docMk/>
          <pc:sldMk cId="3168988528" sldId="287"/>
        </pc:sldMkLst>
      </pc:sldChg>
      <pc:sldChg chg="del">
        <pc:chgData name="健太 松村" userId="c812362b9a4b073c" providerId="LiveId" clId="{73E10E30-8CF7-48EF-BC2C-BB8FA5E4EF9D}" dt="2026-09-23T20:55:27.793" v="0" actId="2696"/>
        <pc:sldMkLst>
          <pc:docMk/>
          <pc:sldMk cId="1316939823" sldId="290"/>
        </pc:sldMkLst>
      </pc:sldChg>
      <pc:sldChg chg="del">
        <pc:chgData name="健太 松村" userId="c812362b9a4b073c" providerId="LiveId" clId="{73E10E30-8CF7-48EF-BC2C-BB8FA5E4EF9D}" dt="2026-09-23T20:55:27.793" v="0" actId="2696"/>
        <pc:sldMkLst>
          <pc:docMk/>
          <pc:sldMk cId="3828878230" sldId="293"/>
        </pc:sldMkLst>
      </pc:sldChg>
      <pc:sldChg chg="del">
        <pc:chgData name="健太 松村" userId="c812362b9a4b073c" providerId="LiveId" clId="{73E10E30-8CF7-48EF-BC2C-BB8FA5E4EF9D}" dt="2026-09-23T20:55:27.793" v="0" actId="2696"/>
        <pc:sldMkLst>
          <pc:docMk/>
          <pc:sldMk cId="2603987939" sldId="295"/>
        </pc:sldMkLst>
      </pc:sldChg>
      <pc:sldChg chg="del">
        <pc:chgData name="健太 松村" userId="c812362b9a4b073c" providerId="LiveId" clId="{73E10E30-8CF7-48EF-BC2C-BB8FA5E4EF9D}" dt="2026-09-23T20:55:27.793" v="0" actId="2696"/>
        <pc:sldMkLst>
          <pc:docMk/>
          <pc:sldMk cId="800409804" sldId="296"/>
        </pc:sldMkLst>
      </pc:sldChg>
      <pc:sldChg chg="del">
        <pc:chgData name="健太 松村" userId="c812362b9a4b073c" providerId="LiveId" clId="{73E10E30-8CF7-48EF-BC2C-BB8FA5E4EF9D}" dt="2026-09-23T20:55:27.793" v="0" actId="2696"/>
        <pc:sldMkLst>
          <pc:docMk/>
          <pc:sldMk cId="3830997084" sldId="298"/>
        </pc:sldMkLst>
      </pc:sldChg>
      <pc:sldChg chg="del">
        <pc:chgData name="健太 松村" userId="c812362b9a4b073c" providerId="LiveId" clId="{73E10E30-8CF7-48EF-BC2C-BB8FA5E4EF9D}" dt="2026-09-23T20:55:27.793" v="0" actId="2696"/>
        <pc:sldMkLst>
          <pc:docMk/>
          <pc:sldMk cId="682064250" sldId="302"/>
        </pc:sldMkLst>
      </pc:sldChg>
      <pc:sldChg chg="del">
        <pc:chgData name="健太 松村" userId="c812362b9a4b073c" providerId="LiveId" clId="{73E10E30-8CF7-48EF-BC2C-BB8FA5E4EF9D}" dt="2026-09-23T20:55:27.793" v="0" actId="2696"/>
        <pc:sldMkLst>
          <pc:docMk/>
          <pc:sldMk cId="2823359967" sldId="303"/>
        </pc:sldMkLst>
      </pc:sldChg>
      <pc:sldChg chg="del">
        <pc:chgData name="健太 松村" userId="c812362b9a4b073c" providerId="LiveId" clId="{73E10E30-8CF7-48EF-BC2C-BB8FA5E4EF9D}" dt="2026-09-23T20:55:27.793" v="0" actId="2696"/>
        <pc:sldMkLst>
          <pc:docMk/>
          <pc:sldMk cId="457615560" sldId="307"/>
        </pc:sldMkLst>
      </pc:sldChg>
      <pc:sldChg chg="del">
        <pc:chgData name="健太 松村" userId="c812362b9a4b073c" providerId="LiveId" clId="{73E10E30-8CF7-48EF-BC2C-BB8FA5E4EF9D}" dt="2026-09-23T20:55:27.793" v="0" actId="2696"/>
        <pc:sldMkLst>
          <pc:docMk/>
          <pc:sldMk cId="3015953885" sldId="308"/>
        </pc:sldMkLst>
      </pc:sldChg>
      <pc:sldChg chg="del">
        <pc:chgData name="健太 松村" userId="c812362b9a4b073c" providerId="LiveId" clId="{73E10E30-8CF7-48EF-BC2C-BB8FA5E4EF9D}" dt="2026-09-23T20:55:27.793" v="0" actId="2696"/>
        <pc:sldMkLst>
          <pc:docMk/>
          <pc:sldMk cId="3128803512" sldId="309"/>
        </pc:sldMkLst>
      </pc:sldChg>
      <pc:sldChg chg="del">
        <pc:chgData name="健太 松村" userId="c812362b9a4b073c" providerId="LiveId" clId="{73E10E30-8CF7-48EF-BC2C-BB8FA5E4EF9D}" dt="2026-09-23T20:55:27.793" v="0" actId="2696"/>
        <pc:sldMkLst>
          <pc:docMk/>
          <pc:sldMk cId="4197042009" sldId="311"/>
        </pc:sldMkLst>
      </pc:sldChg>
      <pc:sldChg chg="addSp delSp modSp mod">
        <pc:chgData name="健太 松村" userId="c812362b9a4b073c" providerId="LiveId" clId="{73E10E30-8CF7-48EF-BC2C-BB8FA5E4EF9D}" dt="2026-09-23T21:39:35.763" v="2046" actId="1076"/>
        <pc:sldMkLst>
          <pc:docMk/>
          <pc:sldMk cId="1985349656" sldId="312"/>
        </pc:sldMkLst>
        <pc:spChg chg="mod">
          <ac:chgData name="健太 松村" userId="c812362b9a4b073c" providerId="LiveId" clId="{73E10E30-8CF7-48EF-BC2C-BB8FA5E4EF9D}" dt="2026-09-23T20:55:53.717" v="32" actId="20577"/>
          <ac:spMkLst>
            <pc:docMk/>
            <pc:sldMk cId="1985349656" sldId="312"/>
            <ac:spMk id="2" creationId="{0CD89532-2B58-F7C2-3E6D-524310BCF7D1}"/>
          </ac:spMkLst>
        </pc:spChg>
        <pc:spChg chg="del">
          <ac:chgData name="健太 松村" userId="c812362b9a4b073c" providerId="LiveId" clId="{73E10E30-8CF7-48EF-BC2C-BB8FA5E4EF9D}" dt="2026-09-23T20:55:56.763" v="33" actId="478"/>
          <ac:spMkLst>
            <pc:docMk/>
            <pc:sldMk cId="1985349656" sldId="312"/>
            <ac:spMk id="4" creationId="{BB2D07C5-66D7-D749-38B9-6A8A454C0ED6}"/>
          </ac:spMkLst>
        </pc:spChg>
        <pc:spChg chg="add mod">
          <ac:chgData name="健太 松村" userId="c812362b9a4b073c" providerId="LiveId" clId="{73E10E30-8CF7-48EF-BC2C-BB8FA5E4EF9D}" dt="2026-09-23T20:56:26.630" v="86" actId="113"/>
          <ac:spMkLst>
            <pc:docMk/>
            <pc:sldMk cId="1985349656" sldId="312"/>
            <ac:spMk id="5" creationId="{3CE9323D-E370-0028-CF54-064CD5095CF8}"/>
          </ac:spMkLst>
        </pc:spChg>
        <pc:spChg chg="add mod">
          <ac:chgData name="健太 松村" userId="c812362b9a4b073c" providerId="LiveId" clId="{73E10E30-8CF7-48EF-BC2C-BB8FA5E4EF9D}" dt="2026-09-23T21:25:17.840" v="1586" actId="115"/>
          <ac:spMkLst>
            <pc:docMk/>
            <pc:sldMk cId="1985349656" sldId="312"/>
            <ac:spMk id="6" creationId="{5A5BD80F-94E1-5E0D-B05F-F87EE970A620}"/>
          </ac:spMkLst>
        </pc:spChg>
        <pc:spChg chg="add del">
          <ac:chgData name="健太 松村" userId="c812362b9a4b073c" providerId="LiveId" clId="{73E10E30-8CF7-48EF-BC2C-BB8FA5E4EF9D}" dt="2026-09-23T21:04:13.890" v="219" actId="478"/>
          <ac:spMkLst>
            <pc:docMk/>
            <pc:sldMk cId="1985349656" sldId="312"/>
            <ac:spMk id="9" creationId="{8FC47E30-6BE7-6E81-2462-78C96B2AEEA0}"/>
          </ac:spMkLst>
        </pc:spChg>
        <pc:spChg chg="add mod">
          <ac:chgData name="健太 松村" userId="c812362b9a4b073c" providerId="LiveId" clId="{73E10E30-8CF7-48EF-BC2C-BB8FA5E4EF9D}" dt="2026-09-23T21:12:56.433" v="868" actId="14100"/>
          <ac:spMkLst>
            <pc:docMk/>
            <pc:sldMk cId="1985349656" sldId="312"/>
            <ac:spMk id="10" creationId="{7FECE957-B089-B9D1-E17D-CF2DFC01B92A}"/>
          </ac:spMkLst>
        </pc:spChg>
        <pc:spChg chg="add del mod">
          <ac:chgData name="健太 松村" userId="c812362b9a4b073c" providerId="LiveId" clId="{73E10E30-8CF7-48EF-BC2C-BB8FA5E4EF9D}" dt="2026-09-23T21:13:37.647" v="875" actId="478"/>
          <ac:spMkLst>
            <pc:docMk/>
            <pc:sldMk cId="1985349656" sldId="312"/>
            <ac:spMk id="11" creationId="{7FF9C65E-D1C8-0D61-B81F-085A99A5D85D}"/>
          </ac:spMkLst>
        </pc:spChg>
        <pc:spChg chg="add del mod">
          <ac:chgData name="健太 松村" userId="c812362b9a4b073c" providerId="LiveId" clId="{73E10E30-8CF7-48EF-BC2C-BB8FA5E4EF9D}" dt="2026-09-23T21:16:29.246" v="926" actId="478"/>
          <ac:spMkLst>
            <pc:docMk/>
            <pc:sldMk cId="1985349656" sldId="312"/>
            <ac:spMk id="17" creationId="{91579637-A076-F0D6-5487-392D7E9127C1}"/>
          </ac:spMkLst>
        </pc:spChg>
        <pc:spChg chg="add del mod">
          <ac:chgData name="健太 松村" userId="c812362b9a4b073c" providerId="LiveId" clId="{73E10E30-8CF7-48EF-BC2C-BB8FA5E4EF9D}" dt="2026-09-23T21:20:28.169" v="1301" actId="478"/>
          <ac:spMkLst>
            <pc:docMk/>
            <pc:sldMk cId="1985349656" sldId="312"/>
            <ac:spMk id="29" creationId="{69F6BF87-AD73-8264-4D27-7F8961F08486}"/>
          </ac:spMkLst>
        </pc:spChg>
        <pc:spChg chg="add mod">
          <ac:chgData name="健太 松村" userId="c812362b9a4b073c" providerId="LiveId" clId="{73E10E30-8CF7-48EF-BC2C-BB8FA5E4EF9D}" dt="2026-09-23T21:21:32.882" v="1319" actId="1076"/>
          <ac:spMkLst>
            <pc:docMk/>
            <pc:sldMk cId="1985349656" sldId="312"/>
            <ac:spMk id="30" creationId="{DA69370C-3DCF-D868-01C2-4403C09F4A28}"/>
          </ac:spMkLst>
        </pc:spChg>
        <pc:spChg chg="add del">
          <ac:chgData name="健太 松村" userId="c812362b9a4b073c" providerId="LiveId" clId="{73E10E30-8CF7-48EF-BC2C-BB8FA5E4EF9D}" dt="2026-09-23T21:20:55.023" v="1308" actId="478"/>
          <ac:spMkLst>
            <pc:docMk/>
            <pc:sldMk cId="1985349656" sldId="312"/>
            <ac:spMk id="31" creationId="{47C59D2E-755C-4E1F-BB57-BB23771216AF}"/>
          </ac:spMkLst>
        </pc:spChg>
        <pc:spChg chg="add mod">
          <ac:chgData name="健太 松村" userId="c812362b9a4b073c" providerId="LiveId" clId="{73E10E30-8CF7-48EF-BC2C-BB8FA5E4EF9D}" dt="2026-09-23T21:21:22.232" v="1317" actId="1076"/>
          <ac:spMkLst>
            <pc:docMk/>
            <pc:sldMk cId="1985349656" sldId="312"/>
            <ac:spMk id="32" creationId="{BB629B88-3F12-69AB-8115-E89EAFA37978}"/>
          </ac:spMkLst>
        </pc:spChg>
        <pc:spChg chg="add mod">
          <ac:chgData name="健太 松村" userId="c812362b9a4b073c" providerId="LiveId" clId="{73E10E30-8CF7-48EF-BC2C-BB8FA5E4EF9D}" dt="2026-09-23T21:22:32.580" v="1380" actId="1076"/>
          <ac:spMkLst>
            <pc:docMk/>
            <pc:sldMk cId="1985349656" sldId="312"/>
            <ac:spMk id="34" creationId="{7BEC2322-DC10-77FA-981A-3CE1386843CA}"/>
          </ac:spMkLst>
        </pc:spChg>
        <pc:spChg chg="add mod">
          <ac:chgData name="健太 松村" userId="c812362b9a4b073c" providerId="LiveId" clId="{73E10E30-8CF7-48EF-BC2C-BB8FA5E4EF9D}" dt="2026-09-23T21:30:43.541" v="1808" actId="20577"/>
          <ac:spMkLst>
            <pc:docMk/>
            <pc:sldMk cId="1985349656" sldId="312"/>
            <ac:spMk id="35" creationId="{36B1377C-7F4F-1530-25A3-17A2D2F87BA7}"/>
          </ac:spMkLst>
        </pc:spChg>
        <pc:spChg chg="add mod">
          <ac:chgData name="健太 松村" userId="c812362b9a4b073c" providerId="LiveId" clId="{73E10E30-8CF7-48EF-BC2C-BB8FA5E4EF9D}" dt="2026-09-23T21:39:35.763" v="2046" actId="1076"/>
          <ac:spMkLst>
            <pc:docMk/>
            <pc:sldMk cId="1985349656" sldId="312"/>
            <ac:spMk id="39" creationId="{98F366D2-37C8-8497-E67C-4D9217A4B828}"/>
          </ac:spMkLst>
        </pc:spChg>
        <pc:spChg chg="add mod">
          <ac:chgData name="健太 松村" userId="c812362b9a4b073c" providerId="LiveId" clId="{73E10E30-8CF7-48EF-BC2C-BB8FA5E4EF9D}" dt="2026-09-23T21:33:10.136" v="1854" actId="113"/>
          <ac:spMkLst>
            <pc:docMk/>
            <pc:sldMk cId="1985349656" sldId="312"/>
            <ac:spMk id="44" creationId="{CFE3EDF7-CF6A-0370-8289-93BD36D9BBDA}"/>
          </ac:spMkLst>
        </pc:spChg>
        <pc:spChg chg="add mod">
          <ac:chgData name="健太 松村" userId="c812362b9a4b073c" providerId="LiveId" clId="{73E10E30-8CF7-48EF-BC2C-BB8FA5E4EF9D}" dt="2026-09-23T21:33:13.129" v="1856" actId="207"/>
          <ac:spMkLst>
            <pc:docMk/>
            <pc:sldMk cId="1985349656" sldId="312"/>
            <ac:spMk id="45" creationId="{1E876157-3199-ED36-EBC2-4D5CD559B00E}"/>
          </ac:spMkLst>
        </pc:spChg>
        <pc:spChg chg="add mod">
          <ac:chgData name="健太 松村" userId="c812362b9a4b073c" providerId="LiveId" clId="{73E10E30-8CF7-48EF-BC2C-BB8FA5E4EF9D}" dt="2026-09-23T21:36:15.915" v="1884" actId="12789"/>
          <ac:spMkLst>
            <pc:docMk/>
            <pc:sldMk cId="1985349656" sldId="312"/>
            <ac:spMk id="46" creationId="{D0076AF1-0F53-3A73-EAA2-F6D3DF6E2ADE}"/>
          </ac:spMkLst>
        </pc:spChg>
        <pc:spChg chg="add mod">
          <ac:chgData name="健太 松村" userId="c812362b9a4b073c" providerId="LiveId" clId="{73E10E30-8CF7-48EF-BC2C-BB8FA5E4EF9D}" dt="2026-09-23T21:36:15.915" v="1884" actId="12789"/>
          <ac:spMkLst>
            <pc:docMk/>
            <pc:sldMk cId="1985349656" sldId="312"/>
            <ac:spMk id="47" creationId="{846D2327-F1D5-8BAB-CEB5-4BAA6E028A9D}"/>
          </ac:spMkLst>
        </pc:spChg>
        <pc:spChg chg="add mod">
          <ac:chgData name="健太 松村" userId="c812362b9a4b073c" providerId="LiveId" clId="{73E10E30-8CF7-48EF-BC2C-BB8FA5E4EF9D}" dt="2026-09-23T21:36:15.915" v="1884" actId="12789"/>
          <ac:spMkLst>
            <pc:docMk/>
            <pc:sldMk cId="1985349656" sldId="312"/>
            <ac:spMk id="60" creationId="{B3ED249D-46E1-F6C0-2843-42BB1BA82637}"/>
          </ac:spMkLst>
        </pc:spChg>
        <pc:spChg chg="add del">
          <ac:chgData name="健太 松村" userId="c812362b9a4b073c" providerId="LiveId" clId="{73E10E30-8CF7-48EF-BC2C-BB8FA5E4EF9D}" dt="2026-09-23T21:35:14.697" v="1862" actId="478"/>
          <ac:spMkLst>
            <pc:docMk/>
            <pc:sldMk cId="1985349656" sldId="312"/>
            <ac:spMk id="73" creationId="{DF8B7B97-8344-DF8A-6D7C-BEB8497C1876}"/>
          </ac:spMkLst>
        </pc:spChg>
        <pc:spChg chg="add mod">
          <ac:chgData name="健太 松村" userId="c812362b9a4b073c" providerId="LiveId" clId="{73E10E30-8CF7-48EF-BC2C-BB8FA5E4EF9D}" dt="2026-09-23T21:36:15.915" v="1884" actId="12789"/>
          <ac:spMkLst>
            <pc:docMk/>
            <pc:sldMk cId="1985349656" sldId="312"/>
            <ac:spMk id="74" creationId="{236C7352-EC1C-5D7B-E72D-964B0A406C3A}"/>
          </ac:spMkLst>
        </pc:spChg>
        <pc:spChg chg="add mod">
          <ac:chgData name="健太 松村" userId="c812362b9a4b073c" providerId="LiveId" clId="{73E10E30-8CF7-48EF-BC2C-BB8FA5E4EF9D}" dt="2026-09-23T21:39:04.080" v="2045" actId="1076"/>
          <ac:spMkLst>
            <pc:docMk/>
            <pc:sldMk cId="1985349656" sldId="312"/>
            <ac:spMk id="85" creationId="{172CE691-DE4F-A823-3FDF-011A0ED597C4}"/>
          </ac:spMkLst>
        </pc:spChg>
        <pc:grpChg chg="add mod">
          <ac:chgData name="健太 松村" userId="c812362b9a4b073c" providerId="LiveId" clId="{73E10E30-8CF7-48EF-BC2C-BB8FA5E4EF9D}" dt="2026-09-23T21:33:53.987" v="1858" actId="164"/>
          <ac:grpSpMkLst>
            <pc:docMk/>
            <pc:sldMk cId="1985349656" sldId="312"/>
            <ac:grpSpMk id="61" creationId="{C0E59E27-0149-D6BE-307E-B3CD18D23D9D}"/>
          </ac:grpSpMkLst>
        </pc:grpChg>
        <pc:grpChg chg="add mod">
          <ac:chgData name="健太 松村" userId="c812362b9a4b073c" providerId="LiveId" clId="{73E10E30-8CF7-48EF-BC2C-BB8FA5E4EF9D}" dt="2026-09-23T21:34:08.485" v="1859" actId="571"/>
          <ac:grpSpMkLst>
            <pc:docMk/>
            <pc:sldMk cId="1985349656" sldId="312"/>
            <ac:grpSpMk id="62" creationId="{3E87C749-44DB-AC3B-7A35-0655DEE3C8C8}"/>
          </ac:grpSpMkLst>
        </pc:grpChg>
        <pc:picChg chg="add mod">
          <ac:chgData name="健太 松村" userId="c812362b9a4b073c" providerId="LiveId" clId="{73E10E30-8CF7-48EF-BC2C-BB8FA5E4EF9D}" dt="2026-09-23T21:05:27.199" v="271" actId="1076"/>
          <ac:picMkLst>
            <pc:docMk/>
            <pc:sldMk cId="1985349656" sldId="312"/>
            <ac:picMk id="8" creationId="{1F91E5DA-932A-9607-5462-FD2C4F1B9F11}"/>
          </ac:picMkLst>
        </pc:picChg>
        <pc:cxnChg chg="add mod">
          <ac:chgData name="健太 松村" userId="c812362b9a4b073c" providerId="LiveId" clId="{73E10E30-8CF7-48EF-BC2C-BB8FA5E4EF9D}" dt="2026-09-23T21:14:05.353" v="886" actId="208"/>
          <ac:cxnSpMkLst>
            <pc:docMk/>
            <pc:sldMk cId="1985349656" sldId="312"/>
            <ac:cxnSpMk id="13" creationId="{6553B578-3D71-B3FD-59F5-5F7BA8558E8A}"/>
          </ac:cxnSpMkLst>
        </pc:cxnChg>
        <pc:cxnChg chg="add del mod">
          <ac:chgData name="健太 松村" userId="c812362b9a4b073c" providerId="LiveId" clId="{73E10E30-8CF7-48EF-BC2C-BB8FA5E4EF9D}" dt="2026-09-23T21:14:20.643" v="889" actId="478"/>
          <ac:cxnSpMkLst>
            <pc:docMk/>
            <pc:sldMk cId="1985349656" sldId="312"/>
            <ac:cxnSpMk id="15" creationId="{1D81CF6B-3722-D40C-3565-F03380167E6B}"/>
          </ac:cxnSpMkLst>
        </pc:cxnChg>
        <pc:cxnChg chg="add del mod">
          <ac:chgData name="健太 松村" userId="c812362b9a4b073c" providerId="LiveId" clId="{73E10E30-8CF7-48EF-BC2C-BB8FA5E4EF9D}" dt="2026-09-23T21:15:30.600" v="912" actId="478"/>
          <ac:cxnSpMkLst>
            <pc:docMk/>
            <pc:sldMk cId="1985349656" sldId="312"/>
            <ac:cxnSpMk id="19" creationId="{12585048-CB99-BB0F-093F-CD0CC6F19CE6}"/>
          </ac:cxnSpMkLst>
        </pc:cxnChg>
        <pc:cxnChg chg="add mod">
          <ac:chgData name="健太 松村" userId="c812362b9a4b073c" providerId="LiveId" clId="{73E10E30-8CF7-48EF-BC2C-BB8FA5E4EF9D}" dt="2026-09-23T21:21:39.513" v="1321" actId="14100"/>
          <ac:cxnSpMkLst>
            <pc:docMk/>
            <pc:sldMk cId="1985349656" sldId="312"/>
            <ac:cxnSpMk id="25" creationId="{E033C2E4-62DD-9AA8-7B56-67B509F36056}"/>
          </ac:cxnSpMkLst>
        </pc:cxnChg>
        <pc:cxnChg chg="add mod">
          <ac:chgData name="健太 松村" userId="c812362b9a4b073c" providerId="LiveId" clId="{73E10E30-8CF7-48EF-BC2C-BB8FA5E4EF9D}" dt="2026-09-23T21:16:29.246" v="926" actId="478"/>
          <ac:cxnSpMkLst>
            <pc:docMk/>
            <pc:sldMk cId="1985349656" sldId="312"/>
            <ac:cxnSpMk id="28" creationId="{B04838A9-B83C-B983-15F7-9DE5F16D3444}"/>
          </ac:cxnSpMkLst>
        </pc:cxnChg>
        <pc:cxnChg chg="add mod">
          <ac:chgData name="健太 松村" userId="c812362b9a4b073c" providerId="LiveId" clId="{73E10E30-8CF7-48EF-BC2C-BB8FA5E4EF9D}" dt="2026-09-23T21:32:08.565" v="1829" actId="12789"/>
          <ac:cxnSpMkLst>
            <pc:docMk/>
            <pc:sldMk cId="1985349656" sldId="312"/>
            <ac:cxnSpMk id="37" creationId="{25FF5D2A-3DE0-2976-7F04-D24E8C0B91EC}"/>
          </ac:cxnSpMkLst>
        </pc:cxnChg>
        <pc:cxnChg chg="add mod">
          <ac:chgData name="健太 松村" userId="c812362b9a4b073c" providerId="LiveId" clId="{73E10E30-8CF7-48EF-BC2C-BB8FA5E4EF9D}" dt="2026-09-23T21:32:14.318" v="1830" actId="12789"/>
          <ac:cxnSpMkLst>
            <pc:docMk/>
            <pc:sldMk cId="1985349656" sldId="312"/>
            <ac:cxnSpMk id="42" creationId="{E3320827-12F0-494E-A0F3-F1F22620F43E}"/>
          </ac:cxnSpMkLst>
        </pc:cxnChg>
        <pc:cxnChg chg="add mod">
          <ac:chgData name="健太 松村" userId="c812362b9a4b073c" providerId="LiveId" clId="{73E10E30-8CF7-48EF-BC2C-BB8FA5E4EF9D}" dt="2026-09-23T21:32:14.318" v="1830" actId="12789"/>
          <ac:cxnSpMkLst>
            <pc:docMk/>
            <pc:sldMk cId="1985349656" sldId="312"/>
            <ac:cxnSpMk id="43" creationId="{AE2159CB-6AAD-1BBE-AFA6-25FB356BAB80}"/>
          </ac:cxnSpMkLst>
        </pc:cxnChg>
        <pc:cxnChg chg="add mod">
          <ac:chgData name="健太 松村" userId="c812362b9a4b073c" providerId="LiveId" clId="{73E10E30-8CF7-48EF-BC2C-BB8FA5E4EF9D}" dt="2026-09-23T21:33:53.987" v="1858" actId="164"/>
          <ac:cxnSpMkLst>
            <pc:docMk/>
            <pc:sldMk cId="1985349656" sldId="312"/>
            <ac:cxnSpMk id="49" creationId="{989F4942-B9C0-BDFB-43F7-64EF8DC4792E}"/>
          </ac:cxnSpMkLst>
        </pc:cxnChg>
        <pc:cxnChg chg="add del mod">
          <ac:chgData name="健太 松村" userId="c812362b9a4b073c" providerId="LiveId" clId="{73E10E30-8CF7-48EF-BC2C-BB8FA5E4EF9D}" dt="2026-09-23T21:33:41.982" v="1857" actId="478"/>
          <ac:cxnSpMkLst>
            <pc:docMk/>
            <pc:sldMk cId="1985349656" sldId="312"/>
            <ac:cxnSpMk id="50" creationId="{A0AAE63F-2B39-5090-B9AA-7F573573D072}"/>
          </ac:cxnSpMkLst>
        </pc:cxnChg>
        <pc:cxnChg chg="add mod">
          <ac:chgData name="健太 松村" userId="c812362b9a4b073c" providerId="LiveId" clId="{73E10E30-8CF7-48EF-BC2C-BB8FA5E4EF9D}" dt="2026-09-23T21:33:53.987" v="1858" actId="164"/>
          <ac:cxnSpMkLst>
            <pc:docMk/>
            <pc:sldMk cId="1985349656" sldId="312"/>
            <ac:cxnSpMk id="51" creationId="{D1013DE6-9BB8-8F85-F05D-E3089CF7ACC7}"/>
          </ac:cxnSpMkLst>
        </pc:cxnChg>
        <pc:cxnChg chg="add mod">
          <ac:chgData name="健太 松村" userId="c812362b9a4b073c" providerId="LiveId" clId="{73E10E30-8CF7-48EF-BC2C-BB8FA5E4EF9D}" dt="2026-09-23T21:33:53.987" v="1858" actId="164"/>
          <ac:cxnSpMkLst>
            <pc:docMk/>
            <pc:sldMk cId="1985349656" sldId="312"/>
            <ac:cxnSpMk id="52" creationId="{98CB03EF-5153-0EA8-19C1-5BB71C57C8FE}"/>
          </ac:cxnSpMkLst>
        </pc:cxnChg>
        <pc:cxnChg chg="add mod">
          <ac:chgData name="健太 松村" userId="c812362b9a4b073c" providerId="LiveId" clId="{73E10E30-8CF7-48EF-BC2C-BB8FA5E4EF9D}" dt="2026-09-23T21:33:53.987" v="1858" actId="164"/>
          <ac:cxnSpMkLst>
            <pc:docMk/>
            <pc:sldMk cId="1985349656" sldId="312"/>
            <ac:cxnSpMk id="53" creationId="{667F081C-333D-E7B8-41AF-8685F5811F16}"/>
          </ac:cxnSpMkLst>
        </pc:cxnChg>
        <pc:cxnChg chg="add mod">
          <ac:chgData name="健太 松村" userId="c812362b9a4b073c" providerId="LiveId" clId="{73E10E30-8CF7-48EF-BC2C-BB8FA5E4EF9D}" dt="2026-09-23T21:33:53.987" v="1858" actId="164"/>
          <ac:cxnSpMkLst>
            <pc:docMk/>
            <pc:sldMk cId="1985349656" sldId="312"/>
            <ac:cxnSpMk id="54" creationId="{DF4F60E2-E9DB-3857-63F2-88018603CD6C}"/>
          </ac:cxnSpMkLst>
        </pc:cxnChg>
        <pc:cxnChg chg="add mod">
          <ac:chgData name="健太 松村" userId="c812362b9a4b073c" providerId="LiveId" clId="{73E10E30-8CF7-48EF-BC2C-BB8FA5E4EF9D}" dt="2026-09-23T21:32:01.752" v="1828" actId="12789"/>
          <ac:cxnSpMkLst>
            <pc:docMk/>
            <pc:sldMk cId="1985349656" sldId="312"/>
            <ac:cxnSpMk id="55" creationId="{BFF1EFB5-C139-4D12-89E8-6DC0FDDAEB80}"/>
          </ac:cxnSpMkLst>
        </pc:cxnChg>
        <pc:cxnChg chg="add mod">
          <ac:chgData name="健太 松村" userId="c812362b9a4b073c" providerId="LiveId" clId="{73E10E30-8CF7-48EF-BC2C-BB8FA5E4EF9D}" dt="2026-09-23T21:33:53.987" v="1858" actId="164"/>
          <ac:cxnSpMkLst>
            <pc:docMk/>
            <pc:sldMk cId="1985349656" sldId="312"/>
            <ac:cxnSpMk id="56" creationId="{AD85658E-E0D1-7FCD-56AC-97ED9A83FA98}"/>
          </ac:cxnSpMkLst>
        </pc:cxnChg>
        <pc:cxnChg chg="add mod">
          <ac:chgData name="健太 松村" userId="c812362b9a4b073c" providerId="LiveId" clId="{73E10E30-8CF7-48EF-BC2C-BB8FA5E4EF9D}" dt="2026-09-23T21:33:53.987" v="1858" actId="164"/>
          <ac:cxnSpMkLst>
            <pc:docMk/>
            <pc:sldMk cId="1985349656" sldId="312"/>
            <ac:cxnSpMk id="57" creationId="{C8732D04-934A-74DD-A153-3EF2E6EB6C20}"/>
          </ac:cxnSpMkLst>
        </pc:cxnChg>
        <pc:cxnChg chg="add mod">
          <ac:chgData name="健太 松村" userId="c812362b9a4b073c" providerId="LiveId" clId="{73E10E30-8CF7-48EF-BC2C-BB8FA5E4EF9D}" dt="2026-09-23T21:33:53.987" v="1858" actId="164"/>
          <ac:cxnSpMkLst>
            <pc:docMk/>
            <pc:sldMk cId="1985349656" sldId="312"/>
            <ac:cxnSpMk id="58" creationId="{22821826-6D01-D603-703E-E4FC677652D6}"/>
          </ac:cxnSpMkLst>
        </pc:cxnChg>
        <pc:cxnChg chg="add mod">
          <ac:chgData name="健太 松村" userId="c812362b9a4b073c" providerId="LiveId" clId="{73E10E30-8CF7-48EF-BC2C-BB8FA5E4EF9D}" dt="2026-09-23T21:33:53.987" v="1858" actId="164"/>
          <ac:cxnSpMkLst>
            <pc:docMk/>
            <pc:sldMk cId="1985349656" sldId="312"/>
            <ac:cxnSpMk id="59" creationId="{06E7974D-5012-6137-01DF-58B1D08D1AB9}"/>
          </ac:cxnSpMkLst>
        </pc:cxnChg>
        <pc:cxnChg chg="mod">
          <ac:chgData name="健太 松村" userId="c812362b9a4b073c" providerId="LiveId" clId="{73E10E30-8CF7-48EF-BC2C-BB8FA5E4EF9D}" dt="2026-09-23T21:34:11.492" v="1860" actId="208"/>
          <ac:cxnSpMkLst>
            <pc:docMk/>
            <pc:sldMk cId="1985349656" sldId="312"/>
            <ac:cxnSpMk id="63" creationId="{E32455C4-E3D2-E9D6-2B9B-AB2281836B8C}"/>
          </ac:cxnSpMkLst>
        </pc:cxnChg>
        <pc:cxnChg chg="mod">
          <ac:chgData name="健太 松村" userId="c812362b9a4b073c" providerId="LiveId" clId="{73E10E30-8CF7-48EF-BC2C-BB8FA5E4EF9D}" dt="2026-09-23T21:34:11.492" v="1860" actId="208"/>
          <ac:cxnSpMkLst>
            <pc:docMk/>
            <pc:sldMk cId="1985349656" sldId="312"/>
            <ac:cxnSpMk id="64" creationId="{68871A74-59D2-EB1A-C824-845E10DAE8AE}"/>
          </ac:cxnSpMkLst>
        </pc:cxnChg>
        <pc:cxnChg chg="mod">
          <ac:chgData name="健太 松村" userId="c812362b9a4b073c" providerId="LiveId" clId="{73E10E30-8CF7-48EF-BC2C-BB8FA5E4EF9D}" dt="2026-09-23T21:34:11.492" v="1860" actId="208"/>
          <ac:cxnSpMkLst>
            <pc:docMk/>
            <pc:sldMk cId="1985349656" sldId="312"/>
            <ac:cxnSpMk id="65" creationId="{E78E9AAE-2E68-6F8F-A482-F5FBE3291235}"/>
          </ac:cxnSpMkLst>
        </pc:cxnChg>
        <pc:cxnChg chg="mod">
          <ac:chgData name="健太 松村" userId="c812362b9a4b073c" providerId="LiveId" clId="{73E10E30-8CF7-48EF-BC2C-BB8FA5E4EF9D}" dt="2026-09-23T21:34:11.492" v="1860" actId="208"/>
          <ac:cxnSpMkLst>
            <pc:docMk/>
            <pc:sldMk cId="1985349656" sldId="312"/>
            <ac:cxnSpMk id="66" creationId="{C1B79998-5F5B-171C-C282-19B0B463E508}"/>
          </ac:cxnSpMkLst>
        </pc:cxnChg>
        <pc:cxnChg chg="mod">
          <ac:chgData name="健太 松村" userId="c812362b9a4b073c" providerId="LiveId" clId="{73E10E30-8CF7-48EF-BC2C-BB8FA5E4EF9D}" dt="2026-09-23T21:34:11.492" v="1860" actId="208"/>
          <ac:cxnSpMkLst>
            <pc:docMk/>
            <pc:sldMk cId="1985349656" sldId="312"/>
            <ac:cxnSpMk id="67" creationId="{0D1D4B90-107F-46A9-075C-F0251F653D94}"/>
          </ac:cxnSpMkLst>
        </pc:cxnChg>
        <pc:cxnChg chg="mod">
          <ac:chgData name="健太 松村" userId="c812362b9a4b073c" providerId="LiveId" clId="{73E10E30-8CF7-48EF-BC2C-BB8FA5E4EF9D}" dt="2026-09-23T21:34:11.492" v="1860" actId="208"/>
          <ac:cxnSpMkLst>
            <pc:docMk/>
            <pc:sldMk cId="1985349656" sldId="312"/>
            <ac:cxnSpMk id="68" creationId="{54A29535-12D0-A686-9E7D-5B094A61AA28}"/>
          </ac:cxnSpMkLst>
        </pc:cxnChg>
        <pc:cxnChg chg="mod">
          <ac:chgData name="健太 松村" userId="c812362b9a4b073c" providerId="LiveId" clId="{73E10E30-8CF7-48EF-BC2C-BB8FA5E4EF9D}" dt="2026-09-23T21:34:11.492" v="1860" actId="208"/>
          <ac:cxnSpMkLst>
            <pc:docMk/>
            <pc:sldMk cId="1985349656" sldId="312"/>
            <ac:cxnSpMk id="69" creationId="{010D8CCF-2F7A-190E-793E-2D217232DB71}"/>
          </ac:cxnSpMkLst>
        </pc:cxnChg>
        <pc:cxnChg chg="mod">
          <ac:chgData name="健太 松村" userId="c812362b9a4b073c" providerId="LiveId" clId="{73E10E30-8CF7-48EF-BC2C-BB8FA5E4EF9D}" dt="2026-09-23T21:34:11.492" v="1860" actId="208"/>
          <ac:cxnSpMkLst>
            <pc:docMk/>
            <pc:sldMk cId="1985349656" sldId="312"/>
            <ac:cxnSpMk id="70" creationId="{0B755F95-430D-6CA3-F687-220836C6BB45}"/>
          </ac:cxnSpMkLst>
        </pc:cxnChg>
        <pc:cxnChg chg="mod">
          <ac:chgData name="健太 松村" userId="c812362b9a4b073c" providerId="LiveId" clId="{73E10E30-8CF7-48EF-BC2C-BB8FA5E4EF9D}" dt="2026-09-23T21:34:11.492" v="1860" actId="208"/>
          <ac:cxnSpMkLst>
            <pc:docMk/>
            <pc:sldMk cId="1985349656" sldId="312"/>
            <ac:cxnSpMk id="71" creationId="{6858895F-37ED-0336-259D-C349BEC380B6}"/>
          </ac:cxnSpMkLst>
        </pc:cxnChg>
        <pc:cxnChg chg="mod">
          <ac:chgData name="健太 松村" userId="c812362b9a4b073c" providerId="LiveId" clId="{73E10E30-8CF7-48EF-BC2C-BB8FA5E4EF9D}" dt="2026-09-23T21:34:11.492" v="1860" actId="208"/>
          <ac:cxnSpMkLst>
            <pc:docMk/>
            <pc:sldMk cId="1985349656" sldId="312"/>
            <ac:cxnSpMk id="72" creationId="{AD045E16-B3C8-722D-40C7-EA34534895F1}"/>
          </ac:cxnSpMkLst>
        </pc:cxnChg>
        <pc:cxnChg chg="add mod">
          <ac:chgData name="健太 松村" userId="c812362b9a4b073c" providerId="LiveId" clId="{73E10E30-8CF7-48EF-BC2C-BB8FA5E4EF9D}" dt="2026-09-23T21:37:55" v="1902" actId="12789"/>
          <ac:cxnSpMkLst>
            <pc:docMk/>
            <pc:sldMk cId="1985349656" sldId="312"/>
            <ac:cxnSpMk id="76" creationId="{0BEB5E11-B593-071D-BF4D-9CB0B903637C}"/>
          </ac:cxnSpMkLst>
        </pc:cxnChg>
        <pc:cxnChg chg="add mod">
          <ac:chgData name="健太 松村" userId="c812362b9a4b073c" providerId="LiveId" clId="{73E10E30-8CF7-48EF-BC2C-BB8FA5E4EF9D}" dt="2026-09-23T21:37:55" v="1902" actId="12789"/>
          <ac:cxnSpMkLst>
            <pc:docMk/>
            <pc:sldMk cId="1985349656" sldId="312"/>
            <ac:cxnSpMk id="78" creationId="{683F54AE-9217-712C-8DBB-5C7337E18A01}"/>
          </ac:cxnSpMkLst>
        </pc:cxnChg>
        <pc:cxnChg chg="add del">
          <ac:chgData name="健太 松村" userId="c812362b9a4b073c" providerId="LiveId" clId="{73E10E30-8CF7-48EF-BC2C-BB8FA5E4EF9D}" dt="2026-09-23T21:37:35.209" v="1897" actId="478"/>
          <ac:cxnSpMkLst>
            <pc:docMk/>
            <pc:sldMk cId="1985349656" sldId="312"/>
            <ac:cxnSpMk id="80" creationId="{66441889-850F-66A4-078A-A5BBCBCB7563}"/>
          </ac:cxnSpMkLst>
        </pc:cxnChg>
        <pc:cxnChg chg="add mod">
          <ac:chgData name="健太 松村" userId="c812362b9a4b073c" providerId="LiveId" clId="{73E10E30-8CF7-48EF-BC2C-BB8FA5E4EF9D}" dt="2026-09-23T21:38:14.340" v="1906" actId="1076"/>
          <ac:cxnSpMkLst>
            <pc:docMk/>
            <pc:sldMk cId="1985349656" sldId="312"/>
            <ac:cxnSpMk id="84" creationId="{57A3E95E-55C3-23FE-E137-3466C017E515}"/>
          </ac:cxnSpMkLst>
        </pc:cxnChg>
      </pc:sldChg>
      <pc:sldChg chg="del">
        <pc:chgData name="健太 松村" userId="c812362b9a4b073c" providerId="LiveId" clId="{73E10E30-8CF7-48EF-BC2C-BB8FA5E4EF9D}" dt="2026-09-23T20:55:27.793" v="0" actId="2696"/>
        <pc:sldMkLst>
          <pc:docMk/>
          <pc:sldMk cId="787871702" sldId="313"/>
        </pc:sldMkLst>
      </pc:sldChg>
      <pc:sldChg chg="addSp delSp modSp add mod">
        <pc:chgData name="健太 松村" userId="c812362b9a4b073c" providerId="LiveId" clId="{73E10E30-8CF7-48EF-BC2C-BB8FA5E4EF9D}" dt="2026-09-23T22:00:48.910" v="3222" actId="1076"/>
        <pc:sldMkLst>
          <pc:docMk/>
          <pc:sldMk cId="3023737555" sldId="313"/>
        </pc:sldMkLst>
        <pc:spChg chg="mod">
          <ac:chgData name="健太 松村" userId="c812362b9a4b073c" providerId="LiveId" clId="{73E10E30-8CF7-48EF-BC2C-BB8FA5E4EF9D}" dt="2026-09-23T21:40:57.684" v="2118" actId="20577"/>
          <ac:spMkLst>
            <pc:docMk/>
            <pc:sldMk cId="3023737555" sldId="313"/>
            <ac:spMk id="2" creationId="{BF90DDB8-D8C5-963F-F9D6-57D7A959F4D8}"/>
          </ac:spMkLst>
        </pc:spChg>
        <pc:spChg chg="add del mod">
          <ac:chgData name="健太 松村" userId="c812362b9a4b073c" providerId="LiveId" clId="{73E10E30-8CF7-48EF-BC2C-BB8FA5E4EF9D}" dt="2026-09-23T21:43:04.212" v="2132"/>
          <ac:spMkLst>
            <pc:docMk/>
            <pc:sldMk cId="3023737555" sldId="313"/>
            <ac:spMk id="4" creationId="{781A79D4-C5A8-4664-457D-A13F5EF55CC1}"/>
          </ac:spMkLst>
        </pc:spChg>
        <pc:spChg chg="add del">
          <ac:chgData name="健太 松村" userId="c812362b9a4b073c" providerId="LiveId" clId="{73E10E30-8CF7-48EF-BC2C-BB8FA5E4EF9D}" dt="2026-09-23T21:41:10.614" v="2122" actId="478"/>
          <ac:spMkLst>
            <pc:docMk/>
            <pc:sldMk cId="3023737555" sldId="313"/>
            <ac:spMk id="5" creationId="{95F76A1A-1B0D-9F8F-28EB-20BCD43B271F}"/>
          </ac:spMkLst>
        </pc:spChg>
        <pc:spChg chg="del">
          <ac:chgData name="健太 松村" userId="c812362b9a4b073c" providerId="LiveId" clId="{73E10E30-8CF7-48EF-BC2C-BB8FA5E4EF9D}" dt="2026-09-23T21:41:10.614" v="2122" actId="478"/>
          <ac:spMkLst>
            <pc:docMk/>
            <pc:sldMk cId="3023737555" sldId="313"/>
            <ac:spMk id="6" creationId="{195B4A7F-B0CB-40C5-496E-AFC1EFCDEBFC}"/>
          </ac:spMkLst>
        </pc:spChg>
        <pc:spChg chg="add mod">
          <ac:chgData name="健太 松村" userId="c812362b9a4b073c" providerId="LiveId" clId="{73E10E30-8CF7-48EF-BC2C-BB8FA5E4EF9D}" dt="2026-09-23T21:44:17.584" v="2285" actId="115"/>
          <ac:spMkLst>
            <pc:docMk/>
            <pc:sldMk cId="3023737555" sldId="313"/>
            <ac:spMk id="9" creationId="{252EF3A6-2D1E-E55E-EE35-51CEB4DAB760}"/>
          </ac:spMkLst>
        </pc:spChg>
        <pc:spChg chg="add del">
          <ac:chgData name="健太 松村" userId="c812362b9a4b073c" providerId="LiveId" clId="{73E10E30-8CF7-48EF-BC2C-BB8FA5E4EF9D}" dt="2026-09-23T21:41:10.614" v="2122" actId="478"/>
          <ac:spMkLst>
            <pc:docMk/>
            <pc:sldMk cId="3023737555" sldId="313"/>
            <ac:spMk id="10" creationId="{B2D42757-4F8D-EC4B-3964-246C24E8D858}"/>
          </ac:spMkLst>
        </pc:spChg>
        <pc:spChg chg="add mod">
          <ac:chgData name="健太 松村" userId="c812362b9a4b073c" providerId="LiveId" clId="{73E10E30-8CF7-48EF-BC2C-BB8FA5E4EF9D}" dt="2026-09-23T21:59:50.496" v="3075" actId="14100"/>
          <ac:spMkLst>
            <pc:docMk/>
            <pc:sldMk cId="3023737555" sldId="313"/>
            <ac:spMk id="11" creationId="{029E9F41-9D6E-9581-49E1-098DFD100B63}"/>
          </ac:spMkLst>
        </pc:spChg>
        <pc:spChg chg="add mod">
          <ac:chgData name="健太 松村" userId="c812362b9a4b073c" providerId="LiveId" clId="{73E10E30-8CF7-48EF-BC2C-BB8FA5E4EF9D}" dt="2026-09-23T21:55:46.767" v="2761" actId="1076"/>
          <ac:spMkLst>
            <pc:docMk/>
            <pc:sldMk cId="3023737555" sldId="313"/>
            <ac:spMk id="12" creationId="{8848FECA-2313-3365-60B3-D62CE3929946}"/>
          </ac:spMkLst>
        </pc:spChg>
        <pc:spChg chg="add mod">
          <ac:chgData name="健太 松村" userId="c812362b9a4b073c" providerId="LiveId" clId="{73E10E30-8CF7-48EF-BC2C-BB8FA5E4EF9D}" dt="2026-09-23T22:00:44.593" v="3221" actId="1076"/>
          <ac:spMkLst>
            <pc:docMk/>
            <pc:sldMk cId="3023737555" sldId="313"/>
            <ac:spMk id="14" creationId="{4125D33D-C84C-58D7-51C3-6821F7CA81A8}"/>
          </ac:spMkLst>
        </pc:spChg>
        <pc:spChg chg="add mod">
          <ac:chgData name="健太 松村" userId="c812362b9a4b073c" providerId="LiveId" clId="{73E10E30-8CF7-48EF-BC2C-BB8FA5E4EF9D}" dt="2026-09-23T22:00:48.910" v="3222" actId="1076"/>
          <ac:spMkLst>
            <pc:docMk/>
            <pc:sldMk cId="3023737555" sldId="313"/>
            <ac:spMk id="15" creationId="{6CFEB100-ED00-2817-7388-9CCBC0E605F7}"/>
          </ac:spMkLst>
        </pc:spChg>
        <pc:spChg chg="add del">
          <ac:chgData name="健太 松村" userId="c812362b9a4b073c" providerId="LiveId" clId="{73E10E30-8CF7-48EF-BC2C-BB8FA5E4EF9D}" dt="2026-09-23T21:41:10.614" v="2122" actId="478"/>
          <ac:spMkLst>
            <pc:docMk/>
            <pc:sldMk cId="3023737555" sldId="313"/>
            <ac:spMk id="30" creationId="{1F49ED71-EB56-1995-4F83-D77B55FBF4E6}"/>
          </ac:spMkLst>
        </pc:spChg>
        <pc:spChg chg="add del">
          <ac:chgData name="健太 松村" userId="c812362b9a4b073c" providerId="LiveId" clId="{73E10E30-8CF7-48EF-BC2C-BB8FA5E4EF9D}" dt="2026-09-23T21:41:10.614" v="2122" actId="478"/>
          <ac:spMkLst>
            <pc:docMk/>
            <pc:sldMk cId="3023737555" sldId="313"/>
            <ac:spMk id="32" creationId="{E38A3928-5A76-F1DC-8284-EBF145B95C5E}"/>
          </ac:spMkLst>
        </pc:spChg>
        <pc:spChg chg="add del">
          <ac:chgData name="健太 松村" userId="c812362b9a4b073c" providerId="LiveId" clId="{73E10E30-8CF7-48EF-BC2C-BB8FA5E4EF9D}" dt="2026-09-23T21:41:07.883" v="2121" actId="478"/>
          <ac:spMkLst>
            <pc:docMk/>
            <pc:sldMk cId="3023737555" sldId="313"/>
            <ac:spMk id="34" creationId="{428CB2FB-04EC-8A2E-1B94-AA25A50E4C80}"/>
          </ac:spMkLst>
        </pc:spChg>
        <pc:spChg chg="add del">
          <ac:chgData name="健太 松村" userId="c812362b9a4b073c" providerId="LiveId" clId="{73E10E30-8CF7-48EF-BC2C-BB8FA5E4EF9D}" dt="2026-09-23T21:41:07.883" v="2121" actId="478"/>
          <ac:spMkLst>
            <pc:docMk/>
            <pc:sldMk cId="3023737555" sldId="313"/>
            <ac:spMk id="35" creationId="{6598FB06-A722-CAA4-C97A-E498E776188E}"/>
          </ac:spMkLst>
        </pc:spChg>
        <pc:spChg chg="add del">
          <ac:chgData name="健太 松村" userId="c812362b9a4b073c" providerId="LiveId" clId="{73E10E30-8CF7-48EF-BC2C-BB8FA5E4EF9D}" dt="2026-09-23T21:41:07.883" v="2121" actId="478"/>
          <ac:spMkLst>
            <pc:docMk/>
            <pc:sldMk cId="3023737555" sldId="313"/>
            <ac:spMk id="39" creationId="{57ECC33C-E593-3412-9901-31819A31FD50}"/>
          </ac:spMkLst>
        </pc:spChg>
        <pc:spChg chg="add del">
          <ac:chgData name="健太 松村" userId="c812362b9a4b073c" providerId="LiveId" clId="{73E10E30-8CF7-48EF-BC2C-BB8FA5E4EF9D}" dt="2026-09-23T21:41:07.883" v="2121" actId="478"/>
          <ac:spMkLst>
            <pc:docMk/>
            <pc:sldMk cId="3023737555" sldId="313"/>
            <ac:spMk id="44" creationId="{6E52D59D-FFFD-968C-A4B8-5BFC93A8DC7E}"/>
          </ac:spMkLst>
        </pc:spChg>
        <pc:spChg chg="del">
          <ac:chgData name="健太 松村" userId="c812362b9a4b073c" providerId="LiveId" clId="{73E10E30-8CF7-48EF-BC2C-BB8FA5E4EF9D}" dt="2026-09-23T21:41:07.883" v="2121" actId="478"/>
          <ac:spMkLst>
            <pc:docMk/>
            <pc:sldMk cId="3023737555" sldId="313"/>
            <ac:spMk id="45" creationId="{6910237A-F5B8-59F3-C713-01056CE2355E}"/>
          </ac:spMkLst>
        </pc:spChg>
        <pc:spChg chg="del">
          <ac:chgData name="健太 松村" userId="c812362b9a4b073c" providerId="LiveId" clId="{73E10E30-8CF7-48EF-BC2C-BB8FA5E4EF9D}" dt="2026-09-23T21:41:07.883" v="2121" actId="478"/>
          <ac:spMkLst>
            <pc:docMk/>
            <pc:sldMk cId="3023737555" sldId="313"/>
            <ac:spMk id="46" creationId="{8338FF0E-C8C2-AF62-1BE1-FBE4CBC3CB55}"/>
          </ac:spMkLst>
        </pc:spChg>
        <pc:spChg chg="add del">
          <ac:chgData name="健太 松村" userId="c812362b9a4b073c" providerId="LiveId" clId="{73E10E30-8CF7-48EF-BC2C-BB8FA5E4EF9D}" dt="2026-09-23T21:41:07.883" v="2121" actId="478"/>
          <ac:spMkLst>
            <pc:docMk/>
            <pc:sldMk cId="3023737555" sldId="313"/>
            <ac:spMk id="47" creationId="{FFC8C957-B776-F8E8-CE26-10C14EC21537}"/>
          </ac:spMkLst>
        </pc:spChg>
        <pc:spChg chg="add del">
          <ac:chgData name="健太 松村" userId="c812362b9a4b073c" providerId="LiveId" clId="{73E10E30-8CF7-48EF-BC2C-BB8FA5E4EF9D}" dt="2026-09-23T21:41:07.883" v="2121" actId="478"/>
          <ac:spMkLst>
            <pc:docMk/>
            <pc:sldMk cId="3023737555" sldId="313"/>
            <ac:spMk id="60" creationId="{4DD3D770-223F-CCA0-A72F-D1D02A5A99C0}"/>
          </ac:spMkLst>
        </pc:spChg>
        <pc:spChg chg="del">
          <ac:chgData name="健太 松村" userId="c812362b9a4b073c" providerId="LiveId" clId="{73E10E30-8CF7-48EF-BC2C-BB8FA5E4EF9D}" dt="2026-09-23T21:41:07.883" v="2121" actId="478"/>
          <ac:spMkLst>
            <pc:docMk/>
            <pc:sldMk cId="3023737555" sldId="313"/>
            <ac:spMk id="74" creationId="{1C16FDE4-886F-31A8-14F2-20721BE5391B}"/>
          </ac:spMkLst>
        </pc:spChg>
        <pc:spChg chg="del">
          <ac:chgData name="健太 松村" userId="c812362b9a4b073c" providerId="LiveId" clId="{73E10E30-8CF7-48EF-BC2C-BB8FA5E4EF9D}" dt="2026-09-23T21:41:07.883" v="2121" actId="478"/>
          <ac:spMkLst>
            <pc:docMk/>
            <pc:sldMk cId="3023737555" sldId="313"/>
            <ac:spMk id="85" creationId="{AD96CE4C-0597-C0DD-910C-850A7732D71D}"/>
          </ac:spMkLst>
        </pc:spChg>
        <pc:picChg chg="del">
          <ac:chgData name="健太 松村" userId="c812362b9a4b073c" providerId="LiveId" clId="{73E10E30-8CF7-48EF-BC2C-BB8FA5E4EF9D}" dt="2026-09-23T21:41:10.614" v="2122" actId="478"/>
          <ac:picMkLst>
            <pc:docMk/>
            <pc:sldMk cId="3023737555" sldId="313"/>
            <ac:picMk id="8" creationId="{871F64DD-D708-774B-982F-C850E50248AE}"/>
          </ac:picMkLst>
        </pc:picChg>
        <pc:cxnChg chg="del">
          <ac:chgData name="健太 松村" userId="c812362b9a4b073c" providerId="LiveId" clId="{73E10E30-8CF7-48EF-BC2C-BB8FA5E4EF9D}" dt="2026-09-23T21:41:10.614" v="2122" actId="478"/>
          <ac:cxnSpMkLst>
            <pc:docMk/>
            <pc:sldMk cId="3023737555" sldId="313"/>
            <ac:cxnSpMk id="13" creationId="{7920A022-3EEF-B7C9-B567-96FF8070BB15}"/>
          </ac:cxnSpMkLst>
        </pc:cxnChg>
        <pc:cxnChg chg="del mod">
          <ac:chgData name="健太 松村" userId="c812362b9a4b073c" providerId="LiveId" clId="{73E10E30-8CF7-48EF-BC2C-BB8FA5E4EF9D}" dt="2026-09-23T21:41:10.614" v="2122" actId="478"/>
          <ac:cxnSpMkLst>
            <pc:docMk/>
            <pc:sldMk cId="3023737555" sldId="313"/>
            <ac:cxnSpMk id="25" creationId="{F26A7DF5-C3BC-EBBE-6E5D-616F65799C7A}"/>
          </ac:cxnSpMkLst>
        </pc:cxnChg>
        <pc:cxnChg chg="del">
          <ac:chgData name="健太 松村" userId="c812362b9a4b073c" providerId="LiveId" clId="{73E10E30-8CF7-48EF-BC2C-BB8FA5E4EF9D}" dt="2026-09-23T21:41:10.614" v="2122" actId="478"/>
          <ac:cxnSpMkLst>
            <pc:docMk/>
            <pc:sldMk cId="3023737555" sldId="313"/>
            <ac:cxnSpMk id="28" creationId="{CA692588-83B6-DF45-3917-6BCDD2132B07}"/>
          </ac:cxnSpMkLst>
        </pc:cxnChg>
      </pc:sldChg>
      <pc:sldChg chg="del">
        <pc:chgData name="健太 松村" userId="c812362b9a4b073c" providerId="LiveId" clId="{73E10E30-8CF7-48EF-BC2C-BB8FA5E4EF9D}" dt="2026-09-23T20:55:27.793" v="0" actId="2696"/>
        <pc:sldMkLst>
          <pc:docMk/>
          <pc:sldMk cId="3184736522" sldId="314"/>
        </pc:sldMkLst>
      </pc:sldChg>
      <pc:sldChg chg="del">
        <pc:chgData name="健太 松村" userId="c812362b9a4b073c" providerId="LiveId" clId="{73E10E30-8CF7-48EF-BC2C-BB8FA5E4EF9D}" dt="2026-09-23T20:55:27.793" v="0" actId="2696"/>
        <pc:sldMkLst>
          <pc:docMk/>
          <pc:sldMk cId="3507675438" sldId="315"/>
        </pc:sldMkLst>
      </pc:sldChg>
      <pc:sldChg chg="del">
        <pc:chgData name="健太 松村" userId="c812362b9a4b073c" providerId="LiveId" clId="{73E10E30-8CF7-48EF-BC2C-BB8FA5E4EF9D}" dt="2026-09-23T20:55:27.793" v="0" actId="2696"/>
        <pc:sldMkLst>
          <pc:docMk/>
          <pc:sldMk cId="3518157349" sldId="316"/>
        </pc:sldMkLst>
      </pc:sldChg>
      <pc:sldChg chg="del">
        <pc:chgData name="健太 松村" userId="c812362b9a4b073c" providerId="LiveId" clId="{73E10E30-8CF7-48EF-BC2C-BB8FA5E4EF9D}" dt="2026-09-23T20:55:27.793" v="0" actId="2696"/>
        <pc:sldMkLst>
          <pc:docMk/>
          <pc:sldMk cId="3472138120" sldId="318"/>
        </pc:sldMkLst>
      </pc:sldChg>
      <pc:sldChg chg="del">
        <pc:chgData name="健太 松村" userId="c812362b9a4b073c" providerId="LiveId" clId="{73E10E30-8CF7-48EF-BC2C-BB8FA5E4EF9D}" dt="2026-09-23T20:55:27.793" v="0" actId="2696"/>
        <pc:sldMkLst>
          <pc:docMk/>
          <pc:sldMk cId="2735283264" sldId="319"/>
        </pc:sldMkLst>
      </pc:sldChg>
      <pc:sldChg chg="del">
        <pc:chgData name="健太 松村" userId="c812362b9a4b073c" providerId="LiveId" clId="{73E10E30-8CF7-48EF-BC2C-BB8FA5E4EF9D}" dt="2026-09-23T20:55:27.793" v="0" actId="2696"/>
        <pc:sldMkLst>
          <pc:docMk/>
          <pc:sldMk cId="2224849678" sldId="320"/>
        </pc:sldMkLst>
      </pc:sldChg>
      <pc:sldChg chg="del">
        <pc:chgData name="健太 松村" userId="c812362b9a4b073c" providerId="LiveId" clId="{73E10E30-8CF7-48EF-BC2C-BB8FA5E4EF9D}" dt="2026-09-23T20:55:27.793" v="0" actId="2696"/>
        <pc:sldMkLst>
          <pc:docMk/>
          <pc:sldMk cId="2160729692" sldId="32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4FCEE6-B98F-49D0-980D-42EDFBBBEF2A}" type="datetimeFigureOut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5793F8-F615-4C51-8776-280BDA29BBC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7771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83F950C-5BE1-4D0B-8FBE-72E69EC13A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>
            <a:normAutofit/>
          </a:bodyPr>
          <a:lstStyle>
            <a:lvl1pPr algn="ctr">
              <a:defRPr sz="4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3946642-517F-C788-2AC3-A0FCA93F0D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ctr"/>
          <a:lstStyle>
            <a:lvl1pPr marL="0" indent="0" algn="ctr">
              <a:buNone/>
              <a:defRPr sz="24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dirty="0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377F677-0405-CBE3-BEC8-E8F255C8E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254C-6AE4-4656-AD08-D5707E68C983}" type="datetime1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1BBBE60-DA82-BF71-18BB-96875A1B1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A15FE36-952B-DE45-9903-D1F2E5DBF5F7}"/>
              </a:ext>
            </a:extLst>
          </p:cNvPr>
          <p:cNvSpPr txBox="1"/>
          <p:nvPr userDrawn="1"/>
        </p:nvSpPr>
        <p:spPr>
          <a:xfrm>
            <a:off x="3943006" y="80683"/>
            <a:ext cx="4305987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私たちは、法令・ルールを遵守し、正しい仕事をします</a:t>
            </a:r>
          </a:p>
        </p:txBody>
      </p:sp>
      <p:sp>
        <p:nvSpPr>
          <p:cNvPr id="9" name="スライド番号プレースホルダー 4">
            <a:extLst>
              <a:ext uri="{FF2B5EF4-FFF2-40B4-BE49-F238E27FC236}">
                <a16:creationId xmlns:a16="http://schemas.microsoft.com/office/drawing/2014/main" id="{A0AF55DD-B2A8-DC09-D613-B8D62AACA0F9}"/>
              </a:ext>
            </a:extLst>
          </p:cNvPr>
          <p:cNvSpPr txBox="1">
            <a:spLocks/>
          </p:cNvSpPr>
          <p:nvPr userDrawn="1"/>
        </p:nvSpPr>
        <p:spPr>
          <a:xfrm>
            <a:off x="11773662" y="6534916"/>
            <a:ext cx="400050" cy="304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0B2557B-0E02-4788-8B48-8AAE9034C162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FCD0F28-6838-D8A5-224B-AA43DD24D4C4}"/>
              </a:ext>
            </a:extLst>
          </p:cNvPr>
          <p:cNvSpPr txBox="1"/>
          <p:nvPr userDrawn="1"/>
        </p:nvSpPr>
        <p:spPr>
          <a:xfrm>
            <a:off x="11047445" y="34516"/>
            <a:ext cx="110538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Confidential</a:t>
            </a:r>
          </a:p>
          <a:p>
            <a:pPr algn="ctr"/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秘</a:t>
            </a:r>
          </a:p>
        </p:txBody>
      </p:sp>
    </p:spTree>
    <p:extLst>
      <p:ext uri="{BB962C8B-B14F-4D97-AF65-F5344CB8AC3E}">
        <p14:creationId xmlns:p14="http://schemas.microsoft.com/office/powerpoint/2010/main" val="1523673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C05E70-B666-CE41-C0A3-D4BA1FD52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E7BB242-C626-7829-2746-087BE5C95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B3B53B-6D8F-FC1B-CEDE-1A71232DB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654D8-B869-4C8C-9838-C0208815C12B}" type="datetime1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2FAC90-3543-955E-3E2B-FA373E2AC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B971E9A-766E-AB5A-3DC1-3A4176929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5920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07E9C9E-7119-25EC-AD4F-7B0FFB691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7E8E314-B447-37E7-86CD-58EB6FC2F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3FF475B-67CC-D8B2-DDF0-2726E69A1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61D7A-5033-41D9-B3E1-B713002833EA}" type="datetime1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01BBCAD-02FD-CDCA-FB67-14DA64248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36F3F0-3784-E680-AF3D-A24ED3CB2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1463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FF3899-E013-73D8-EFCF-706825CB1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A40842-8406-DA2E-6494-C6BE265B9C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3F1E3BD-689A-5305-AE45-DC4A146DE3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40FC2F3-59C8-04E4-FBA9-C8EBF1D51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D4B9F-5D73-4122-82E7-78046A911E43}" type="datetime1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445DA01-7433-EC4E-DC2F-4422CB7D6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52D703E-9F76-76D2-24A8-E2543C233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4585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044632-E216-C3F2-7667-9E07AF481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8931DC9-99F3-F641-C8F3-9BED44FA6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6EAA1E3-25A7-4B11-B7AA-5778F4B1B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A0DF559-39FD-0864-6D62-A3D0A015DF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5AE79F9-C5DB-DCD9-C765-6279AD95F1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3E0CCD6-0182-9C61-4971-25B98FD93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047C9-DFE7-4C5D-86F7-75D016519A8E}" type="datetime1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E2146D0-184C-2B70-966E-1D3C631BF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531063A-241E-2E9D-EF14-A7792A12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7286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FDC66F-B59A-97FC-F3B8-3CC851F31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469104"/>
          </a:xfrm>
        </p:spPr>
        <p:txBody>
          <a:bodyPr>
            <a:normAutofit/>
          </a:bodyPr>
          <a:lstStyle>
            <a:lvl1pPr>
              <a:defRPr sz="24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CDEEC72-92CB-98AB-B4E7-E569C66C2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4DDAF-2876-4C27-AAED-827BAA0BBA53}" type="datetime1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81E0F7F-BB16-5AA0-D5B4-B8F5C08B7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8CE0AE9-985C-84C5-43E1-CBF6A6BAB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73662" y="6534916"/>
            <a:ext cx="400050" cy="304796"/>
          </a:xfrm>
        </p:spPr>
        <p:txBody>
          <a:bodyPr/>
          <a:lstStyle/>
          <a:p>
            <a:fld id="{70B2557B-0E02-4788-8B48-8AAE9034C16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EE5903E6-4E22-B67B-04B2-A4CA1D6503ED}"/>
              </a:ext>
            </a:extLst>
          </p:cNvPr>
          <p:cNvCxnSpPr>
            <a:cxnSpLocks/>
          </p:cNvCxnSpPr>
          <p:nvPr userDrawn="1"/>
        </p:nvCxnSpPr>
        <p:spPr>
          <a:xfrm>
            <a:off x="80682" y="469103"/>
            <a:ext cx="1202167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8E9F3EA-BB77-5086-5B79-4858A3670A1A}"/>
              </a:ext>
            </a:extLst>
          </p:cNvPr>
          <p:cNvSpPr txBox="1"/>
          <p:nvPr userDrawn="1"/>
        </p:nvSpPr>
        <p:spPr>
          <a:xfrm>
            <a:off x="11047445" y="34516"/>
            <a:ext cx="1105380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Confidential</a:t>
            </a:r>
          </a:p>
          <a:p>
            <a:pPr algn="ctr"/>
            <a:r>
              <a:rPr kumimoji="1" lang="ja-JP" altLang="en-US" sz="10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秘</a:t>
            </a:r>
          </a:p>
        </p:txBody>
      </p:sp>
    </p:spTree>
    <p:extLst>
      <p:ext uri="{BB962C8B-B14F-4D97-AF65-F5344CB8AC3E}">
        <p14:creationId xmlns:p14="http://schemas.microsoft.com/office/powerpoint/2010/main" val="8614628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65E2706-0C4B-CFC0-C450-B37655860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85143-426D-4F15-A075-EC375F981561}" type="datetime1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E491D56-ACEE-ABF7-F4B6-8845ED74D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337BCCF-2AA6-1B53-CE25-420CCE00B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655858"/>
            <a:ext cx="2743200" cy="202142"/>
          </a:xfr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70B2557B-0E02-4788-8B48-8AAE9034C16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28918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FE3584-AC0A-D80D-4443-BD676D658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A02106-CA80-72E7-35C8-40A6C2BA8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4FF85FB-E450-20C6-D079-0AB20BA255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21D9237-43B3-D722-B616-2DAD9DA58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7D89DC-3ABB-4217-B1A4-142A2AE811A1}" type="datetime1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1146433-8077-759C-937D-5FFB74BFF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02958E5-BE6E-27AB-B044-60B067C65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1072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0EE396-F65B-BFE0-ACD7-639B362C3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414A779-BC45-7EDF-A58F-C9699F21DB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7B5CE48-9152-446D-0981-A493D68A96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5CAD27D-E2B8-E65A-DAFE-4ED40ADB7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B42F1-D39C-4860-8C58-C88D8CC1EA2F}" type="datetime1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2A313F3-66BE-BF09-9F86-CA555AEA3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E523A5E-A74B-3ADB-8247-E885FDBAE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21225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BF45BC-DCFF-F3CE-A1F6-5AE306BE3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1BDDD0B-FC20-9197-BCF8-8028450ACA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990AA42-70AD-F84D-3644-9B5CF21FE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FE6EC-2B18-4AC0-A8CF-AE991DA3770A}" type="datetime1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1B2CBF-366C-E938-AC98-AE115153D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F4E2C9-86BF-BCA3-6001-F9BD0A5EE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6540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0AD1DD7-E856-C283-D23B-79C3E6A555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2A78D0B-1CB2-3115-31EE-C3BFAB2206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FA28734-88B5-6013-DCAF-1062B6BB0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C828C-4F95-437F-8A85-DF3372875069}" type="datetime1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789AD43-425D-1A57-3E8A-4A4F01A83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031206-E23F-FE2F-C4CF-6548384D4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3876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3D3297C-77AA-6FC1-2966-76642C587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30AADFF-0A32-9259-8E9F-B851AB88B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0780A1-7DB2-7A12-C252-F901939039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393C2A-0EF7-4600-A183-ED5F1DEE88AD}" type="datetime1">
              <a:rPr kumimoji="1" lang="ja-JP" altLang="en-US" smtClean="0"/>
              <a:t>2026/9/24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E10571-5BEB-EBD4-397E-16464E3E64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39762F-DA5C-134D-214C-EB4EEAEECF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B2557B-0E02-4788-8B48-8AAE9034C16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4203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D89532-2B58-F7C2-3E6D-524310BCF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3-1. </a:t>
            </a:r>
            <a:r>
              <a:rPr kumimoji="1" lang="ja-JP" altLang="en-US" dirty="0"/>
              <a:t>同期方法の設計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D1FC52A-93D9-2CF0-66D4-861B26132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CE9323D-E370-0028-CF54-064CD5095CF8}"/>
              </a:ext>
            </a:extLst>
          </p:cNvPr>
          <p:cNvSpPr txBox="1"/>
          <p:nvPr/>
        </p:nvSpPr>
        <p:spPr>
          <a:xfrm>
            <a:off x="0" y="469104"/>
            <a:ext cx="3475631" cy="37484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1. 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8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枚を同期受信する方法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endParaRPr kumimoji="1" lang="ja-JP" altLang="en-US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A5BD80F-94E1-5E0D-B05F-F87EE970A620}"/>
              </a:ext>
            </a:extLst>
          </p:cNvPr>
          <p:cNvSpPr txBox="1"/>
          <p:nvPr/>
        </p:nvSpPr>
        <p:spPr>
          <a:xfrm>
            <a:off x="252550" y="903372"/>
            <a:ext cx="7100021" cy="37484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ROS2</a:t>
            </a:r>
            <a:r>
              <a:rPr kumimoji="1" lang="ja-JP" altLang="en-US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の「</a:t>
            </a:r>
            <a:r>
              <a:rPr kumimoji="1" lang="en-US" altLang="ja-JP" b="1" u="sng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ApproximateTimeSynchronizer</a:t>
            </a:r>
            <a:r>
              <a:rPr kumimoji="1" lang="ja-JP" altLang="en-US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」機能を使用する。</a:t>
            </a:r>
            <a:endParaRPr kumimoji="1" lang="en-US" altLang="ja-JP" b="1" u="sng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F91E5DA-932A-9607-5462-FD2C4F1B9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550" y="1313054"/>
            <a:ext cx="6830378" cy="2572109"/>
          </a:xfrm>
          <a:prstGeom prst="rect">
            <a:avLst/>
          </a:prstGeom>
        </p:spPr>
      </p:pic>
      <p:sp>
        <p:nvSpPr>
          <p:cNvPr id="10" name="吹き出し: 四角形 9">
            <a:extLst>
              <a:ext uri="{FF2B5EF4-FFF2-40B4-BE49-F238E27FC236}">
                <a16:creationId xmlns:a16="http://schemas.microsoft.com/office/drawing/2014/main" id="{7FECE957-B089-B9D1-E17D-CF2DFC01B92A}"/>
              </a:ext>
            </a:extLst>
          </p:cNvPr>
          <p:cNvSpPr/>
          <p:nvPr/>
        </p:nvSpPr>
        <p:spPr>
          <a:xfrm>
            <a:off x="7230052" y="2281646"/>
            <a:ext cx="4943660" cy="1445622"/>
          </a:xfrm>
          <a:prstGeom prst="wedgeRectCallout">
            <a:avLst>
              <a:gd name="adj1" fmla="val -57855"/>
              <a:gd name="adj2" fmla="val 5948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</a:t>
            </a:r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から受信した</a:t>
            </a:r>
            <a:r>
              <a:rPr kumimoji="1"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メッセージに記録された時刻情報</a:t>
            </a:r>
            <a:r>
              <a:rPr kumimoji="1" lang="en-US" altLang="ja-JP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en-US" altLang="ja-JP" sz="1600" dirty="0" err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header.stamp</a:t>
            </a:r>
            <a:r>
              <a:rPr lang="en-US" altLang="ja-JP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を基準に、設定した許容時間差</a:t>
            </a:r>
            <a:r>
              <a:rPr lang="en-US" altLang="ja-JP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(slop)</a:t>
            </a:r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以内のメッセージを同期し、コールバック関数へ渡す。同期候補のメッセージは、</a:t>
            </a:r>
            <a:r>
              <a:rPr lang="en-US" altLang="ja-JP" sz="1600" dirty="0" err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queue_size</a:t>
            </a:r>
            <a:r>
              <a:rPr lang="ja-JP" altLang="en-US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で指定した数だけ一時保持し、使用後は削除される。</a:t>
            </a:r>
            <a:endParaRPr kumimoji="1" lang="ja-JP" altLang="en-US" sz="16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6553B578-3D71-B3FD-59F5-5F7BA8558E8A}"/>
              </a:ext>
            </a:extLst>
          </p:cNvPr>
          <p:cNvCxnSpPr/>
          <p:nvPr/>
        </p:nvCxnSpPr>
        <p:spPr>
          <a:xfrm>
            <a:off x="3997234" y="1645453"/>
            <a:ext cx="251677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E033C2E4-62DD-9AA8-7B56-67B509F36056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5246098" y="1809002"/>
            <a:ext cx="1983954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B04838A9-B83C-B983-15F7-9DE5F16D3444}"/>
              </a:ext>
            </a:extLst>
          </p:cNvPr>
          <p:cNvCxnSpPr>
            <a:cxnSpLocks/>
          </p:cNvCxnSpPr>
          <p:nvPr/>
        </p:nvCxnSpPr>
        <p:spPr>
          <a:xfrm flipV="1">
            <a:off x="5255622" y="1645453"/>
            <a:ext cx="0" cy="16593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A69370C-3DCF-D868-01C2-4403C09F4A28}"/>
              </a:ext>
            </a:extLst>
          </p:cNvPr>
          <p:cNvSpPr txBox="1"/>
          <p:nvPr/>
        </p:nvSpPr>
        <p:spPr>
          <a:xfrm>
            <a:off x="7220528" y="1371798"/>
            <a:ext cx="4503156" cy="87440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fs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：同期対象の</a:t>
            </a:r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subscriber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のリスト</a:t>
            </a:r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([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枚</a:t>
            </a:r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sub, 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枚</a:t>
            </a:r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sub])</a:t>
            </a:r>
          </a:p>
          <a:p>
            <a:pPr algn="l">
              <a:lnSpc>
                <a:spcPct val="120000"/>
              </a:lnSpc>
            </a:pPr>
            <a:r>
              <a:rPr kumimoji="1"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kumimoji="1" lang="en-US" altLang="ja-JP" sz="1100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queue_size</a:t>
            </a:r>
            <a:r>
              <a:rPr kumimoji="1"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：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同期候補として一時保持するメッセージ数の上限</a:t>
            </a:r>
            <a:endParaRPr kumimoji="1" lang="en-US" altLang="ja-JP" sz="11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en-US" altLang="ja-JP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slop: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同期を許容するタイムスタンプの時間差</a:t>
            </a:r>
            <a:endParaRPr lang="en-US" altLang="ja-JP" sz="11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</a:t>
            </a:r>
            <a:r>
              <a:rPr lang="en-US" altLang="ja-JP" sz="1100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allow_headerless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：</a:t>
            </a:r>
            <a:r>
              <a:rPr lang="en-US" altLang="ja-JP" sz="1100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header.stamp</a:t>
            </a:r>
            <a:r>
              <a:rPr lang="ja-JP" altLang="en-US" sz="11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無しを同期対象とするか</a:t>
            </a:r>
            <a:endParaRPr lang="en-US" altLang="ja-JP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BB629B88-3F12-69AB-8115-E89EAFA37978}"/>
              </a:ext>
            </a:extLst>
          </p:cNvPr>
          <p:cNvSpPr/>
          <p:nvPr/>
        </p:nvSpPr>
        <p:spPr>
          <a:xfrm>
            <a:off x="7230052" y="1394460"/>
            <a:ext cx="4943660" cy="8488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7BEC2322-DC10-77FA-981A-3CE1386843CA}"/>
              </a:ext>
            </a:extLst>
          </p:cNvPr>
          <p:cNvSpPr txBox="1"/>
          <p:nvPr/>
        </p:nvSpPr>
        <p:spPr>
          <a:xfrm>
            <a:off x="0" y="4107422"/>
            <a:ext cx="3602268" cy="37484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2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. </a:t>
            </a:r>
            <a:r>
              <a:rPr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CAN</a:t>
            </a:r>
            <a:r>
              <a:rPr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情報を時刻同期する方法</a:t>
            </a:r>
            <a:endParaRPr kumimoji="1" lang="ja-JP" altLang="en-US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36B1377C-7F4F-1530-25A3-17A2D2F87BA7}"/>
              </a:ext>
            </a:extLst>
          </p:cNvPr>
          <p:cNvSpPr txBox="1"/>
          <p:nvPr/>
        </p:nvSpPr>
        <p:spPr>
          <a:xfrm>
            <a:off x="328750" y="4499243"/>
            <a:ext cx="10128094" cy="37484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時刻</a:t>
            </a:r>
            <a:r>
              <a:rPr kumimoji="1" lang="en-US" altLang="ja-JP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T-1</a:t>
            </a:r>
            <a:r>
              <a:rPr kumimoji="1" lang="ja-JP" altLang="en-US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以前の最新</a:t>
            </a:r>
            <a:r>
              <a:rPr lang="en-US" altLang="ja-JP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CAN</a:t>
            </a:r>
            <a:r>
              <a:rPr lang="ja-JP" altLang="en-US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データ</a:t>
            </a:r>
            <a:r>
              <a:rPr lang="en-US" altLang="ja-JP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速度とヨーレート</a:t>
            </a:r>
            <a:r>
              <a:rPr lang="en-US" altLang="ja-JP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～</a:t>
            </a:r>
            <a:r>
              <a:rPr kumimoji="1" lang="ja-JP" altLang="en-US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時刻</a:t>
            </a:r>
            <a:r>
              <a:rPr kumimoji="1" lang="en-US" altLang="ja-JP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</a:t>
            </a:r>
            <a:r>
              <a:rPr kumimoji="1" lang="ja-JP" altLang="en-US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以前の最新</a:t>
            </a:r>
            <a:r>
              <a:rPr kumimoji="1" lang="en-US" altLang="ja-JP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CAN</a:t>
            </a:r>
            <a:r>
              <a:rPr kumimoji="1" lang="ja-JP" altLang="en-US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データを使用する。</a:t>
            </a:r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25FF5D2A-3DE0-2976-7F04-D24E8C0B91EC}"/>
              </a:ext>
            </a:extLst>
          </p:cNvPr>
          <p:cNvCxnSpPr>
            <a:cxnSpLocks/>
          </p:cNvCxnSpPr>
          <p:nvPr/>
        </p:nvCxnSpPr>
        <p:spPr>
          <a:xfrm>
            <a:off x="428625" y="5552097"/>
            <a:ext cx="104489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98F366D2-37C8-8497-E67C-4D9217A4B828}"/>
              </a:ext>
            </a:extLst>
          </p:cNvPr>
          <p:cNvSpPr txBox="1"/>
          <p:nvPr/>
        </p:nvSpPr>
        <p:spPr>
          <a:xfrm>
            <a:off x="8157960" y="5588345"/>
            <a:ext cx="2690160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ECU-B</a:t>
            </a:r>
            <a:r>
              <a:rPr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のデータ受信</a:t>
            </a:r>
            <a:r>
              <a:rPr kumimoji="1" lang="ja-JP" altLang="en-US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時刻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[</a:t>
            </a:r>
            <a:r>
              <a:rPr kumimoji="1" lang="en-US" altLang="ja-JP" sz="1400" dirty="0" err="1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ms</a:t>
            </a:r>
            <a:r>
              <a:rPr kumimoji="1" lang="en-US" altLang="ja-JP" sz="1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]</a:t>
            </a:r>
            <a:endParaRPr kumimoji="1" lang="ja-JP" altLang="en-US" sz="1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E3320827-12F0-494E-A0F3-F1F22620F43E}"/>
              </a:ext>
            </a:extLst>
          </p:cNvPr>
          <p:cNvCxnSpPr>
            <a:cxnSpLocks/>
          </p:cNvCxnSpPr>
          <p:nvPr/>
        </p:nvCxnSpPr>
        <p:spPr>
          <a:xfrm>
            <a:off x="7082928" y="5282097"/>
            <a:ext cx="0" cy="540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AE2159CB-6AAD-1BBE-AFA6-25FB356BAB80}"/>
              </a:ext>
            </a:extLst>
          </p:cNvPr>
          <p:cNvCxnSpPr>
            <a:cxnSpLocks/>
          </p:cNvCxnSpPr>
          <p:nvPr/>
        </p:nvCxnSpPr>
        <p:spPr>
          <a:xfrm>
            <a:off x="2110878" y="5282097"/>
            <a:ext cx="0" cy="5400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CFE3EDF7-CF6A-0370-8289-93BD36D9BBDA}"/>
              </a:ext>
            </a:extLst>
          </p:cNvPr>
          <p:cNvSpPr txBox="1"/>
          <p:nvPr/>
        </p:nvSpPr>
        <p:spPr>
          <a:xfrm>
            <a:off x="6748541" y="5911838"/>
            <a:ext cx="668773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4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時刻</a:t>
            </a:r>
            <a:r>
              <a:rPr kumimoji="1" lang="en-US" altLang="ja-JP" sz="14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</a:t>
            </a:r>
            <a:endParaRPr kumimoji="1" lang="ja-JP" altLang="en-US" sz="1400" b="1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1E876157-3199-ED36-EBC2-4D5CD559B00E}"/>
              </a:ext>
            </a:extLst>
          </p:cNvPr>
          <p:cNvSpPr txBox="1"/>
          <p:nvPr/>
        </p:nvSpPr>
        <p:spPr>
          <a:xfrm>
            <a:off x="1676303" y="5826128"/>
            <a:ext cx="869149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4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時刻</a:t>
            </a:r>
            <a:r>
              <a:rPr kumimoji="1" lang="en-US" altLang="ja-JP" sz="14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T-1</a:t>
            </a:r>
            <a:endParaRPr kumimoji="1" lang="ja-JP" altLang="en-US" sz="1400" b="1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D0076AF1-0F53-3A73-EAA2-F6D3DF6E2ADE}"/>
              </a:ext>
            </a:extLst>
          </p:cNvPr>
          <p:cNvSpPr txBox="1"/>
          <p:nvPr/>
        </p:nvSpPr>
        <p:spPr>
          <a:xfrm>
            <a:off x="1839007" y="4951570"/>
            <a:ext cx="543739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4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846D2327-F1D5-8BAB-CEB5-4BAA6E028A9D}"/>
              </a:ext>
            </a:extLst>
          </p:cNvPr>
          <p:cNvSpPr txBox="1"/>
          <p:nvPr/>
        </p:nvSpPr>
        <p:spPr>
          <a:xfrm>
            <a:off x="6808832" y="4951570"/>
            <a:ext cx="543739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400" b="1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</a:t>
            </a:r>
          </a:p>
        </p:txBody>
      </p:sp>
      <p:grpSp>
        <p:nvGrpSpPr>
          <p:cNvPr id="61" name="グループ化 60">
            <a:extLst>
              <a:ext uri="{FF2B5EF4-FFF2-40B4-BE49-F238E27FC236}">
                <a16:creationId xmlns:a16="http://schemas.microsoft.com/office/drawing/2014/main" id="{C0E59E27-0149-D6BE-307E-B3CD18D23D9D}"/>
              </a:ext>
            </a:extLst>
          </p:cNvPr>
          <p:cNvGrpSpPr/>
          <p:nvPr/>
        </p:nvGrpSpPr>
        <p:grpSpPr>
          <a:xfrm>
            <a:off x="723900" y="5282097"/>
            <a:ext cx="6717305" cy="540000"/>
            <a:chOff x="723900" y="5282097"/>
            <a:chExt cx="6717305" cy="540000"/>
          </a:xfrm>
        </p:grpSpPr>
        <p:cxnSp>
          <p:nvCxnSpPr>
            <p:cNvPr id="49" name="直線コネクタ 48">
              <a:extLst>
                <a:ext uri="{FF2B5EF4-FFF2-40B4-BE49-F238E27FC236}">
                  <a16:creationId xmlns:a16="http://schemas.microsoft.com/office/drawing/2014/main" id="{989F4942-B9C0-BDFB-43F7-64EF8DC4792E}"/>
                </a:ext>
              </a:extLst>
            </p:cNvPr>
            <p:cNvCxnSpPr>
              <a:cxnSpLocks/>
            </p:cNvCxnSpPr>
            <p:nvPr/>
          </p:nvCxnSpPr>
          <p:spPr>
            <a:xfrm>
              <a:off x="723900" y="5282097"/>
              <a:ext cx="0" cy="5400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D1013DE6-9BB8-8F85-F05D-E3089CF7ACC7}"/>
                </a:ext>
              </a:extLst>
            </p:cNvPr>
            <p:cNvCxnSpPr>
              <a:cxnSpLocks/>
            </p:cNvCxnSpPr>
            <p:nvPr/>
          </p:nvCxnSpPr>
          <p:spPr>
            <a:xfrm>
              <a:off x="1470267" y="5282097"/>
              <a:ext cx="0" cy="5400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コネクタ 51">
              <a:extLst>
                <a:ext uri="{FF2B5EF4-FFF2-40B4-BE49-F238E27FC236}">
                  <a16:creationId xmlns:a16="http://schemas.microsoft.com/office/drawing/2014/main" id="{98CB03EF-5153-0EA8-19C1-5BB71C57C8FE}"/>
                </a:ext>
              </a:extLst>
            </p:cNvPr>
            <p:cNvCxnSpPr>
              <a:cxnSpLocks/>
            </p:cNvCxnSpPr>
            <p:nvPr/>
          </p:nvCxnSpPr>
          <p:spPr>
            <a:xfrm>
              <a:off x="2216634" y="5282097"/>
              <a:ext cx="0" cy="5400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線コネクタ 52">
              <a:extLst>
                <a:ext uri="{FF2B5EF4-FFF2-40B4-BE49-F238E27FC236}">
                  <a16:creationId xmlns:a16="http://schemas.microsoft.com/office/drawing/2014/main" id="{667F081C-333D-E7B8-41AF-8685F5811F16}"/>
                </a:ext>
              </a:extLst>
            </p:cNvPr>
            <p:cNvCxnSpPr>
              <a:cxnSpLocks/>
            </p:cNvCxnSpPr>
            <p:nvPr/>
          </p:nvCxnSpPr>
          <p:spPr>
            <a:xfrm>
              <a:off x="2963001" y="5282097"/>
              <a:ext cx="0" cy="5400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コネクタ 53">
              <a:extLst>
                <a:ext uri="{FF2B5EF4-FFF2-40B4-BE49-F238E27FC236}">
                  <a16:creationId xmlns:a16="http://schemas.microsoft.com/office/drawing/2014/main" id="{DF4F60E2-E9DB-3857-63F2-88018603CD6C}"/>
                </a:ext>
              </a:extLst>
            </p:cNvPr>
            <p:cNvCxnSpPr>
              <a:cxnSpLocks/>
            </p:cNvCxnSpPr>
            <p:nvPr/>
          </p:nvCxnSpPr>
          <p:spPr>
            <a:xfrm>
              <a:off x="3709368" y="5282097"/>
              <a:ext cx="0" cy="5400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コネクタ 54">
              <a:extLst>
                <a:ext uri="{FF2B5EF4-FFF2-40B4-BE49-F238E27FC236}">
                  <a16:creationId xmlns:a16="http://schemas.microsoft.com/office/drawing/2014/main" id="{BFF1EFB5-C139-4D12-89E8-6DC0FDDAEB80}"/>
                </a:ext>
              </a:extLst>
            </p:cNvPr>
            <p:cNvCxnSpPr>
              <a:cxnSpLocks/>
            </p:cNvCxnSpPr>
            <p:nvPr/>
          </p:nvCxnSpPr>
          <p:spPr>
            <a:xfrm>
              <a:off x="4455735" y="5282097"/>
              <a:ext cx="0" cy="5400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コネクタ 55">
              <a:extLst>
                <a:ext uri="{FF2B5EF4-FFF2-40B4-BE49-F238E27FC236}">
                  <a16:creationId xmlns:a16="http://schemas.microsoft.com/office/drawing/2014/main" id="{AD85658E-E0D1-7FCD-56AC-97ED9A83FA98}"/>
                </a:ext>
              </a:extLst>
            </p:cNvPr>
            <p:cNvCxnSpPr>
              <a:cxnSpLocks/>
            </p:cNvCxnSpPr>
            <p:nvPr/>
          </p:nvCxnSpPr>
          <p:spPr>
            <a:xfrm>
              <a:off x="5202102" y="5282097"/>
              <a:ext cx="0" cy="5400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コネクタ 56">
              <a:extLst>
                <a:ext uri="{FF2B5EF4-FFF2-40B4-BE49-F238E27FC236}">
                  <a16:creationId xmlns:a16="http://schemas.microsoft.com/office/drawing/2014/main" id="{C8732D04-934A-74DD-A153-3EF2E6EB6C20}"/>
                </a:ext>
              </a:extLst>
            </p:cNvPr>
            <p:cNvCxnSpPr>
              <a:cxnSpLocks/>
            </p:cNvCxnSpPr>
            <p:nvPr/>
          </p:nvCxnSpPr>
          <p:spPr>
            <a:xfrm>
              <a:off x="5948469" y="5282097"/>
              <a:ext cx="0" cy="5400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線コネクタ 57">
              <a:extLst>
                <a:ext uri="{FF2B5EF4-FFF2-40B4-BE49-F238E27FC236}">
                  <a16:creationId xmlns:a16="http://schemas.microsoft.com/office/drawing/2014/main" id="{22821826-6D01-D603-703E-E4FC677652D6}"/>
                </a:ext>
              </a:extLst>
            </p:cNvPr>
            <p:cNvCxnSpPr>
              <a:cxnSpLocks/>
            </p:cNvCxnSpPr>
            <p:nvPr/>
          </p:nvCxnSpPr>
          <p:spPr>
            <a:xfrm>
              <a:off x="6694836" y="5282097"/>
              <a:ext cx="0" cy="5400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線コネクタ 58">
              <a:extLst>
                <a:ext uri="{FF2B5EF4-FFF2-40B4-BE49-F238E27FC236}">
                  <a16:creationId xmlns:a16="http://schemas.microsoft.com/office/drawing/2014/main" id="{06E7974D-5012-6137-01DF-58B1D08D1AB9}"/>
                </a:ext>
              </a:extLst>
            </p:cNvPr>
            <p:cNvCxnSpPr>
              <a:cxnSpLocks/>
            </p:cNvCxnSpPr>
            <p:nvPr/>
          </p:nvCxnSpPr>
          <p:spPr>
            <a:xfrm>
              <a:off x="7441205" y="5282097"/>
              <a:ext cx="0" cy="540000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B3ED249D-46E1-F6C0-2843-42BB1BA82637}"/>
              </a:ext>
            </a:extLst>
          </p:cNvPr>
          <p:cNvSpPr txBox="1"/>
          <p:nvPr/>
        </p:nvSpPr>
        <p:spPr>
          <a:xfrm>
            <a:off x="1157451" y="4951570"/>
            <a:ext cx="543739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400" dirty="0">
                <a:solidFill>
                  <a:srgbClr val="0070C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速度</a:t>
            </a:r>
          </a:p>
        </p:txBody>
      </p:sp>
      <p:grpSp>
        <p:nvGrpSpPr>
          <p:cNvPr id="62" name="グループ化 61">
            <a:extLst>
              <a:ext uri="{FF2B5EF4-FFF2-40B4-BE49-F238E27FC236}">
                <a16:creationId xmlns:a16="http://schemas.microsoft.com/office/drawing/2014/main" id="{3E87C749-44DB-AC3B-7A35-0655DEE3C8C8}"/>
              </a:ext>
            </a:extLst>
          </p:cNvPr>
          <p:cNvGrpSpPr/>
          <p:nvPr/>
        </p:nvGrpSpPr>
        <p:grpSpPr>
          <a:xfrm>
            <a:off x="954823" y="5282097"/>
            <a:ext cx="6717305" cy="540000"/>
            <a:chOff x="723900" y="5282097"/>
            <a:chExt cx="6717305" cy="540000"/>
          </a:xfrm>
        </p:grpSpPr>
        <p:cxnSp>
          <p:nvCxnSpPr>
            <p:cNvPr id="63" name="直線コネクタ 62">
              <a:extLst>
                <a:ext uri="{FF2B5EF4-FFF2-40B4-BE49-F238E27FC236}">
                  <a16:creationId xmlns:a16="http://schemas.microsoft.com/office/drawing/2014/main" id="{E32455C4-E3D2-E9D6-2B9B-AB2281836B8C}"/>
                </a:ext>
              </a:extLst>
            </p:cNvPr>
            <p:cNvCxnSpPr>
              <a:cxnSpLocks/>
            </p:cNvCxnSpPr>
            <p:nvPr/>
          </p:nvCxnSpPr>
          <p:spPr>
            <a:xfrm>
              <a:off x="723900" y="5282097"/>
              <a:ext cx="0" cy="54000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線コネクタ 63">
              <a:extLst>
                <a:ext uri="{FF2B5EF4-FFF2-40B4-BE49-F238E27FC236}">
                  <a16:creationId xmlns:a16="http://schemas.microsoft.com/office/drawing/2014/main" id="{68871A74-59D2-EB1A-C824-845E10DAE8AE}"/>
                </a:ext>
              </a:extLst>
            </p:cNvPr>
            <p:cNvCxnSpPr>
              <a:cxnSpLocks/>
            </p:cNvCxnSpPr>
            <p:nvPr/>
          </p:nvCxnSpPr>
          <p:spPr>
            <a:xfrm>
              <a:off x="1470267" y="5282097"/>
              <a:ext cx="0" cy="54000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線コネクタ 64">
              <a:extLst>
                <a:ext uri="{FF2B5EF4-FFF2-40B4-BE49-F238E27FC236}">
                  <a16:creationId xmlns:a16="http://schemas.microsoft.com/office/drawing/2014/main" id="{E78E9AAE-2E68-6F8F-A482-F5FBE3291235}"/>
                </a:ext>
              </a:extLst>
            </p:cNvPr>
            <p:cNvCxnSpPr>
              <a:cxnSpLocks/>
            </p:cNvCxnSpPr>
            <p:nvPr/>
          </p:nvCxnSpPr>
          <p:spPr>
            <a:xfrm>
              <a:off x="2216634" y="5282097"/>
              <a:ext cx="0" cy="54000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コネクタ 65">
              <a:extLst>
                <a:ext uri="{FF2B5EF4-FFF2-40B4-BE49-F238E27FC236}">
                  <a16:creationId xmlns:a16="http://schemas.microsoft.com/office/drawing/2014/main" id="{C1B79998-5F5B-171C-C282-19B0B463E508}"/>
                </a:ext>
              </a:extLst>
            </p:cNvPr>
            <p:cNvCxnSpPr>
              <a:cxnSpLocks/>
            </p:cNvCxnSpPr>
            <p:nvPr/>
          </p:nvCxnSpPr>
          <p:spPr>
            <a:xfrm>
              <a:off x="2963001" y="5282097"/>
              <a:ext cx="0" cy="54000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コネクタ 66">
              <a:extLst>
                <a:ext uri="{FF2B5EF4-FFF2-40B4-BE49-F238E27FC236}">
                  <a16:creationId xmlns:a16="http://schemas.microsoft.com/office/drawing/2014/main" id="{0D1D4B90-107F-46A9-075C-F0251F653D94}"/>
                </a:ext>
              </a:extLst>
            </p:cNvPr>
            <p:cNvCxnSpPr>
              <a:cxnSpLocks/>
            </p:cNvCxnSpPr>
            <p:nvPr/>
          </p:nvCxnSpPr>
          <p:spPr>
            <a:xfrm>
              <a:off x="3709368" y="5282097"/>
              <a:ext cx="0" cy="54000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コネクタ 67">
              <a:extLst>
                <a:ext uri="{FF2B5EF4-FFF2-40B4-BE49-F238E27FC236}">
                  <a16:creationId xmlns:a16="http://schemas.microsoft.com/office/drawing/2014/main" id="{54A29535-12D0-A686-9E7D-5B094A61AA28}"/>
                </a:ext>
              </a:extLst>
            </p:cNvPr>
            <p:cNvCxnSpPr>
              <a:cxnSpLocks/>
            </p:cNvCxnSpPr>
            <p:nvPr/>
          </p:nvCxnSpPr>
          <p:spPr>
            <a:xfrm>
              <a:off x="4455735" y="5282097"/>
              <a:ext cx="0" cy="54000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線コネクタ 68">
              <a:extLst>
                <a:ext uri="{FF2B5EF4-FFF2-40B4-BE49-F238E27FC236}">
                  <a16:creationId xmlns:a16="http://schemas.microsoft.com/office/drawing/2014/main" id="{010D8CCF-2F7A-190E-793E-2D217232DB71}"/>
                </a:ext>
              </a:extLst>
            </p:cNvPr>
            <p:cNvCxnSpPr>
              <a:cxnSpLocks/>
            </p:cNvCxnSpPr>
            <p:nvPr/>
          </p:nvCxnSpPr>
          <p:spPr>
            <a:xfrm>
              <a:off x="5202102" y="5282097"/>
              <a:ext cx="0" cy="54000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コネクタ 69">
              <a:extLst>
                <a:ext uri="{FF2B5EF4-FFF2-40B4-BE49-F238E27FC236}">
                  <a16:creationId xmlns:a16="http://schemas.microsoft.com/office/drawing/2014/main" id="{0B755F95-430D-6CA3-F687-220836C6BB45}"/>
                </a:ext>
              </a:extLst>
            </p:cNvPr>
            <p:cNvCxnSpPr>
              <a:cxnSpLocks/>
            </p:cNvCxnSpPr>
            <p:nvPr/>
          </p:nvCxnSpPr>
          <p:spPr>
            <a:xfrm>
              <a:off x="5948469" y="5282097"/>
              <a:ext cx="0" cy="54000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コネクタ 70">
              <a:extLst>
                <a:ext uri="{FF2B5EF4-FFF2-40B4-BE49-F238E27FC236}">
                  <a16:creationId xmlns:a16="http://schemas.microsoft.com/office/drawing/2014/main" id="{6858895F-37ED-0336-259D-C349BEC380B6}"/>
                </a:ext>
              </a:extLst>
            </p:cNvPr>
            <p:cNvCxnSpPr>
              <a:cxnSpLocks/>
            </p:cNvCxnSpPr>
            <p:nvPr/>
          </p:nvCxnSpPr>
          <p:spPr>
            <a:xfrm>
              <a:off x="6694836" y="5282097"/>
              <a:ext cx="0" cy="54000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コネクタ 71">
              <a:extLst>
                <a:ext uri="{FF2B5EF4-FFF2-40B4-BE49-F238E27FC236}">
                  <a16:creationId xmlns:a16="http://schemas.microsoft.com/office/drawing/2014/main" id="{AD045E16-B3C8-722D-40C7-EA34534895F1}"/>
                </a:ext>
              </a:extLst>
            </p:cNvPr>
            <p:cNvCxnSpPr>
              <a:cxnSpLocks/>
            </p:cNvCxnSpPr>
            <p:nvPr/>
          </p:nvCxnSpPr>
          <p:spPr>
            <a:xfrm>
              <a:off x="7441205" y="5282097"/>
              <a:ext cx="0" cy="540000"/>
            </a:xfrm>
            <a:prstGeom prst="line">
              <a:avLst/>
            </a:prstGeom>
            <a:ln w="1905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236C7352-EC1C-5D7B-E72D-964B0A406C3A}"/>
              </a:ext>
            </a:extLst>
          </p:cNvPr>
          <p:cNvSpPr txBox="1"/>
          <p:nvPr/>
        </p:nvSpPr>
        <p:spPr>
          <a:xfrm>
            <a:off x="694174" y="4951570"/>
            <a:ext cx="521297" cy="312073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400" dirty="0">
                <a:solidFill>
                  <a:srgbClr val="00B05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ヨー</a:t>
            </a:r>
          </a:p>
        </p:txBody>
      </p: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0BEB5E11-B593-071D-BF4D-9CB0B903637C}"/>
              </a:ext>
            </a:extLst>
          </p:cNvPr>
          <p:cNvCxnSpPr>
            <a:cxnSpLocks/>
          </p:cNvCxnSpPr>
          <p:nvPr/>
        </p:nvCxnSpPr>
        <p:spPr>
          <a:xfrm>
            <a:off x="762000" y="4989152"/>
            <a:ext cx="0" cy="1783505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683F54AE-9217-712C-8DBB-5C7337E18A01}"/>
              </a:ext>
            </a:extLst>
          </p:cNvPr>
          <p:cNvCxnSpPr>
            <a:cxnSpLocks/>
          </p:cNvCxnSpPr>
          <p:nvPr/>
        </p:nvCxnSpPr>
        <p:spPr>
          <a:xfrm>
            <a:off x="7352571" y="4942141"/>
            <a:ext cx="0" cy="1877527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矢印コネクタ 83">
            <a:extLst>
              <a:ext uri="{FF2B5EF4-FFF2-40B4-BE49-F238E27FC236}">
                <a16:creationId xmlns:a16="http://schemas.microsoft.com/office/drawing/2014/main" id="{57A3E95E-55C3-23FE-E137-3466C017E515}"/>
              </a:ext>
            </a:extLst>
          </p:cNvPr>
          <p:cNvCxnSpPr/>
          <p:nvPr/>
        </p:nvCxnSpPr>
        <p:spPr>
          <a:xfrm>
            <a:off x="762000" y="6573782"/>
            <a:ext cx="6590571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172CE691-DE4F-A823-3FDF-011A0ED597C4}"/>
              </a:ext>
            </a:extLst>
          </p:cNvPr>
          <p:cNvSpPr txBox="1"/>
          <p:nvPr/>
        </p:nvSpPr>
        <p:spPr>
          <a:xfrm>
            <a:off x="694174" y="6234376"/>
            <a:ext cx="6904454" cy="3434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この区間の</a:t>
            </a:r>
            <a:r>
              <a:rPr kumimoji="1"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CAN</a:t>
            </a:r>
            <a:r>
              <a:rPr kumimoji="1"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情報を使用し、時刻</a:t>
            </a:r>
            <a:r>
              <a:rPr kumimoji="1"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T-1</a:t>
            </a:r>
            <a:r>
              <a:rPr kumimoji="1"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→時刻</a:t>
            </a:r>
            <a:r>
              <a:rPr kumimoji="1" lang="en-US" altLang="ja-JP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</a:t>
            </a:r>
            <a:r>
              <a:rPr kumimoji="1" lang="ja-JP" altLang="en-US" sz="1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の自車移動量を算出する</a:t>
            </a:r>
          </a:p>
        </p:txBody>
      </p:sp>
    </p:spTree>
    <p:extLst>
      <p:ext uri="{BB962C8B-B14F-4D97-AF65-F5344CB8AC3E}">
        <p14:creationId xmlns:p14="http://schemas.microsoft.com/office/powerpoint/2010/main" val="1985349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86CF9-A698-B844-89FD-3D750FA45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90DDB8-D8C5-963F-F9D6-57D7A959F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3-2. </a:t>
            </a:r>
            <a:r>
              <a:rPr lang="en-US" altLang="ja-JP" dirty="0"/>
              <a:t>AUTERA</a:t>
            </a:r>
            <a:r>
              <a:rPr lang="ja-JP" altLang="en-US" dirty="0"/>
              <a:t>からのデータを</a:t>
            </a:r>
            <a:r>
              <a:rPr lang="en-US" altLang="ja-JP" dirty="0"/>
              <a:t>Topic</a:t>
            </a:r>
            <a:r>
              <a:rPr lang="ja-JP" altLang="en-US" dirty="0"/>
              <a:t>で送信する方法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39BC58B-FC2E-12A7-12BD-1AC9EECE8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B2557B-0E02-4788-8B48-8AAE9034C162}" type="slidenum">
              <a:rPr kumimoji="1" lang="ja-JP" altLang="en-US" smtClean="0"/>
              <a:t>2</a:t>
            </a:fld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52EF3A6-2D1E-E55E-EE35-51CEB4DAB760}"/>
              </a:ext>
            </a:extLst>
          </p:cNvPr>
          <p:cNvSpPr txBox="1"/>
          <p:nvPr/>
        </p:nvSpPr>
        <p:spPr>
          <a:xfrm>
            <a:off x="0" y="469104"/>
            <a:ext cx="12539010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ja-JP" altLang="ja-JP" b="1" u="sng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AUTERAからのデータ受信を検知したタイミングで受信データをROSメッセージへ変換し、対応するTopicへ送信する。</a:t>
            </a:r>
            <a:endParaRPr kumimoji="1" lang="ja-JP" altLang="en-US" b="1" u="sng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029E9F41-9D6E-9581-49E1-098DFD100B63}"/>
              </a:ext>
            </a:extLst>
          </p:cNvPr>
          <p:cNvSpPr/>
          <p:nvPr/>
        </p:nvSpPr>
        <p:spPr>
          <a:xfrm>
            <a:off x="85725" y="1307540"/>
            <a:ext cx="9115426" cy="36037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While ROS</a:t>
            </a:r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ノード動作中</a:t>
            </a:r>
            <a:r>
              <a:rPr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：</a:t>
            </a:r>
            <a:endParaRPr lang="en-US" altLang="ja-JP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kumimoji="1" lang="en-US" altLang="ja-JP" sz="11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</a:t>
            </a:r>
            <a: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if</a:t>
            </a:r>
            <a:r>
              <a:rPr kumimoji="1"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データ受信を検知</a:t>
            </a:r>
            <a:r>
              <a:rPr kumimoji="1"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()</a:t>
            </a:r>
            <a:r>
              <a:rPr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</a:t>
            </a:r>
            <a:r>
              <a:rPr lang="ja-JP" altLang="en-US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←検知方法の検討が必要</a:t>
            </a:r>
            <a:endParaRPr kumimoji="1" lang="en-US" altLang="ja-JP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1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  </a:t>
            </a:r>
            <a:r>
              <a:rPr lang="en-US" altLang="ja-JP" dirty="0" err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receive_timestamp</a:t>
            </a:r>
            <a:r>
              <a:rPr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= </a:t>
            </a:r>
            <a:r>
              <a:rPr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データ受信時刻を取得</a:t>
            </a:r>
            <a:r>
              <a:rPr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() </a:t>
            </a:r>
          </a:p>
          <a:p>
            <a:endParaRPr lang="en-US" altLang="ja-JP" sz="11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  data = </a:t>
            </a:r>
            <a:r>
              <a:rPr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受信データを取得</a:t>
            </a:r>
            <a:r>
              <a:rPr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()</a:t>
            </a:r>
            <a:r>
              <a:rPr lang="ja-JP" altLang="en-US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←取得方法の検討が必要</a:t>
            </a:r>
            <a:endParaRPr lang="en-US" altLang="ja-JP" dirty="0">
              <a:solidFill>
                <a:srgbClr val="FF0000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1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1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       </a:t>
            </a:r>
            <a:r>
              <a:rPr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前処理</a:t>
            </a:r>
            <a:r>
              <a:rPr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(data)</a:t>
            </a:r>
            <a:r>
              <a:rPr lang="ja-JP" altLang="en-US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←前処理方法の検討</a:t>
            </a:r>
            <a:r>
              <a:rPr lang="en-US" altLang="ja-JP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</a:t>
            </a:r>
            <a:r>
              <a:rPr lang="ja-JP" altLang="en-US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特に、</a:t>
            </a:r>
            <a:r>
              <a:rPr lang="en-US" altLang="ja-JP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YUV</a:t>
            </a:r>
            <a:r>
              <a:rPr lang="ja-JP" altLang="en-US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画像の取り扱い方法の検討</a:t>
            </a:r>
            <a:r>
              <a:rPr lang="en-US" altLang="ja-JP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)</a:t>
            </a:r>
            <a:r>
              <a:rPr lang="ja-JP" altLang="en-US" dirty="0">
                <a:solidFill>
                  <a:srgbClr val="FF000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が必要</a:t>
            </a:r>
            <a:endParaRPr lang="en-US" altLang="ja-JP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05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sz="16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   </a:t>
            </a:r>
            <a:r>
              <a:rPr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msg = ROS</a:t>
            </a:r>
            <a:r>
              <a:rPr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メッセージを作成</a:t>
            </a:r>
            <a:r>
              <a:rPr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()</a:t>
            </a:r>
          </a:p>
          <a:p>
            <a:endParaRPr lang="en-US" altLang="ja-JP" sz="11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  </a:t>
            </a:r>
            <a:r>
              <a:rPr lang="en-US" altLang="ja-JP" dirty="0" err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msg.header.stamp</a:t>
            </a:r>
            <a:r>
              <a:rPr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= </a:t>
            </a:r>
            <a:r>
              <a:rPr lang="en-US" altLang="ja-JP" dirty="0" err="1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receive_timestamp</a:t>
            </a:r>
            <a:endParaRPr lang="en-US" altLang="ja-JP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11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        Topic</a:t>
            </a:r>
            <a:r>
              <a:rPr lang="ja-JP" altLang="en-US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送信</a:t>
            </a:r>
            <a:r>
              <a:rPr lang="en-US" altLang="ja-JP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()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848FECA-2313-3365-60B3-D62CE3929946}"/>
              </a:ext>
            </a:extLst>
          </p:cNvPr>
          <p:cNvSpPr txBox="1"/>
          <p:nvPr/>
        </p:nvSpPr>
        <p:spPr>
          <a:xfrm>
            <a:off x="0" y="838436"/>
            <a:ext cx="1712328" cy="37484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動作イメージ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  <a:endParaRPr kumimoji="1" lang="ja-JP" altLang="en-US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125D33D-C84C-58D7-51C3-6821F7CA81A8}"/>
              </a:ext>
            </a:extLst>
          </p:cNvPr>
          <p:cNvSpPr txBox="1"/>
          <p:nvPr/>
        </p:nvSpPr>
        <p:spPr>
          <a:xfrm>
            <a:off x="0" y="4952990"/>
            <a:ext cx="1590500" cy="37484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【</a:t>
            </a:r>
            <a:r>
              <a:rPr kumimoji="1" lang="ja-JP" altLang="en-US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送信</a:t>
            </a:r>
            <a:r>
              <a:rPr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</a:t>
            </a:r>
            <a:r>
              <a:rPr kumimoji="1" lang="en-US" altLang="ja-JP" b="1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】</a:t>
            </a:r>
            <a:endParaRPr kumimoji="1" lang="ja-JP" altLang="en-US" b="1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6CFEB100-ED00-2817-7388-9CCBC0E605F7}"/>
              </a:ext>
            </a:extLst>
          </p:cNvPr>
          <p:cNvSpPr txBox="1"/>
          <p:nvPr/>
        </p:nvSpPr>
        <p:spPr>
          <a:xfrm>
            <a:off x="85725" y="5315272"/>
            <a:ext cx="5907386" cy="137204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①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ECU-A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の前処理後の画像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枚を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つにまとめた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</a:t>
            </a:r>
          </a:p>
          <a:p>
            <a:pPr algn="l">
              <a:lnSpc>
                <a:spcPct val="120000"/>
              </a:lnSpc>
            </a:pP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②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ECU-B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の前処理後の画像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4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枚を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1</a:t>
            </a: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つにまとめた</a:t>
            </a:r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</a:t>
            </a:r>
          </a:p>
          <a:p>
            <a:pPr algn="l">
              <a:lnSpc>
                <a:spcPct val="120000"/>
              </a:lnSpc>
            </a:pP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③速度情報の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</a:t>
            </a:r>
          </a:p>
          <a:p>
            <a:pPr algn="l">
              <a:lnSpc>
                <a:spcPct val="120000"/>
              </a:lnSpc>
            </a:pPr>
            <a:r>
              <a:rPr kumimoji="1"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④</a:t>
            </a:r>
            <a:r>
              <a:rPr lang="ja-JP" altLang="en-US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ヨーレート情報の</a:t>
            </a:r>
            <a:r>
              <a:rPr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Topic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23737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>
          <a:noFill/>
        </a:ln>
      </a:spPr>
      <a:bodyPr rtlCol="0" anchor="ctr"/>
      <a:lstStyle>
        <a:defPPr algn="ctr">
          <a:defRPr kumimoji="1" b="1" dirty="0" smtClean="0">
            <a:solidFill>
              <a:schemeClr val="tx1"/>
            </a:solidFill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  <a:ln>
          <a:noFill/>
        </a:ln>
      </a:spPr>
      <a:bodyPr wrap="none" rtlCol="0">
        <a:spAutoFit/>
      </a:bodyPr>
      <a:lstStyle>
        <a:defPPr algn="l">
          <a:lnSpc>
            <a:spcPct val="120000"/>
          </a:lnSpc>
          <a:defRPr dirty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10013</TotalTime>
  <Words>391</Words>
  <Application>Microsoft Office PowerPoint</Application>
  <PresentationFormat>ワイド画面</PresentationFormat>
  <Paragraphs>43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BIZ UDPゴシック</vt:lpstr>
      <vt:lpstr>游ゴシック</vt:lpstr>
      <vt:lpstr>游ゴシック Light</vt:lpstr>
      <vt:lpstr>Arial</vt:lpstr>
      <vt:lpstr>Office テーマ</vt:lpstr>
      <vt:lpstr>3-1. 同期方法の設計</vt:lpstr>
      <vt:lpstr>3-2. AUTERAからのデータをTopicで送信する方法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Tanaka, Shiho/田中　志歩</dc:creator>
  <cp:lastModifiedBy>健太 松村</cp:lastModifiedBy>
  <cp:revision>258</cp:revision>
  <dcterms:created xsi:type="dcterms:W3CDTF">2025-03-07T05:28:15Z</dcterms:created>
  <dcterms:modified xsi:type="dcterms:W3CDTF">2026-09-23T22:01:00Z</dcterms:modified>
</cp:coreProperties>
</file>